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e3cc625e3842a3" /><Relationship Type="http://schemas.openxmlformats.org/officeDocument/2006/relationships/extended-properties" Target="/docProps/app.xml" Id="R90a8733425c14232" /><Relationship Type="http://schemas.openxmlformats.org/officeDocument/2006/relationships/officeDocument" Target="/ppt/presentation.xml" Id="R0d1276771b9a4f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713981fac8452d"/>
  </p:sldMasterIdLst>
  <p:notesMasterIdLst>
    <p:notesMasterId xmlns:r="http://schemas.openxmlformats.org/officeDocument/2006/relationships" r:id="Re079b5bc5aa0475c"/>
  </p:notesMasterIdLst>
  <p:sldIdLst>
    <p:sldId xmlns:r="http://schemas.openxmlformats.org/officeDocument/2006/relationships" id="256" r:id="R04f3f32701f04565"/>
    <p:sldId xmlns:r="http://schemas.openxmlformats.org/officeDocument/2006/relationships" id="257" r:id="Re169954593de4630"/>
    <p:sldId xmlns:r="http://schemas.openxmlformats.org/officeDocument/2006/relationships" id="258" r:id="Re85a23e9fb154825"/>
    <p:sldId xmlns:r="http://schemas.openxmlformats.org/officeDocument/2006/relationships" id="259" r:id="Rcf5442f9a90e4b92"/>
    <p:sldId xmlns:r="http://schemas.openxmlformats.org/officeDocument/2006/relationships" id="260" r:id="Re9b24028a6c941cd"/>
    <p:sldId xmlns:r="http://schemas.openxmlformats.org/officeDocument/2006/relationships" id="261" r:id="R275806ebab034dbb"/>
    <p:sldId xmlns:r="http://schemas.openxmlformats.org/officeDocument/2006/relationships" id="262" r:id="Rc389659dc14a496d"/>
    <p:sldId xmlns:r="http://schemas.openxmlformats.org/officeDocument/2006/relationships" id="263" r:id="R754c41154b394db6"/>
    <p:sldId xmlns:r="http://schemas.openxmlformats.org/officeDocument/2006/relationships" id="264" r:id="R1d58a7a5deda473a"/>
    <p:sldId xmlns:r="http://schemas.openxmlformats.org/officeDocument/2006/relationships" id="265" r:id="Rf2d40839d9a04bb8"/>
    <p:sldId xmlns:r="http://schemas.openxmlformats.org/officeDocument/2006/relationships" id="266" r:id="Reac36d635e8e46b2"/>
    <p:sldId xmlns:r="http://schemas.openxmlformats.org/officeDocument/2006/relationships" id="267" r:id="R2fe196461ce043f8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5578b8caa34f73" /><Relationship Type="http://schemas.openxmlformats.org/officeDocument/2006/relationships/slideMaster" Target="/ppt/slideMasters/slideMaster1.xml" Id="R37713981fac8452d" /><Relationship Type="http://schemas.openxmlformats.org/officeDocument/2006/relationships/notesMaster" Target="/ppt/notesMasters/notesMaster1.xml" Id="Re079b5bc5aa0475c" /><Relationship Type="http://schemas.openxmlformats.org/officeDocument/2006/relationships/presProps" Target="/ppt/presProps.xml" Id="R703d5e7eef6b4dfd" /><Relationship Type="http://schemas.openxmlformats.org/officeDocument/2006/relationships/viewProps" Target="/ppt/viewProps.xml" Id="R775520044f064107" /><Relationship Type="http://schemas.openxmlformats.org/officeDocument/2006/relationships/tableStyles" Target="/ppt/tableStyles.xml" Id="Ra073c122b2a34153" /><Relationship Type="http://schemas.openxmlformats.org/officeDocument/2006/relationships/slide" Target="/ppt/slides/slide1.xml" Id="R04f3f32701f04565" /><Relationship Type="http://schemas.openxmlformats.org/officeDocument/2006/relationships/slide" Target="/ppt/slides/slide2.xml" Id="Re169954593de4630" /><Relationship Type="http://schemas.openxmlformats.org/officeDocument/2006/relationships/slide" Target="/ppt/slides/slide3.xml" Id="Re85a23e9fb154825" /><Relationship Type="http://schemas.openxmlformats.org/officeDocument/2006/relationships/slide" Target="/ppt/slides/slide4.xml" Id="Rcf5442f9a90e4b92" /><Relationship Type="http://schemas.openxmlformats.org/officeDocument/2006/relationships/slide" Target="/ppt/slides/slide5.xml" Id="Re9b24028a6c941cd" /><Relationship Type="http://schemas.openxmlformats.org/officeDocument/2006/relationships/slide" Target="/ppt/slides/slide6.xml" Id="R275806ebab034dbb" /><Relationship Type="http://schemas.openxmlformats.org/officeDocument/2006/relationships/slide" Target="/ppt/slides/slide7.xml" Id="Rc389659dc14a496d" /><Relationship Type="http://schemas.openxmlformats.org/officeDocument/2006/relationships/slide" Target="/ppt/slides/slide8.xml" Id="R754c41154b394db6" /><Relationship Type="http://schemas.openxmlformats.org/officeDocument/2006/relationships/slide" Target="/ppt/slides/slide9.xml" Id="R1d58a7a5deda473a" /><Relationship Type="http://schemas.openxmlformats.org/officeDocument/2006/relationships/slide" Target="/ppt/slides/slide10.xml" Id="Rf2d40839d9a04bb8" /><Relationship Type="http://schemas.openxmlformats.org/officeDocument/2006/relationships/slide" Target="/ppt/slides/slide11.xml" Id="Reac36d635e8e46b2" /><Relationship Type="http://schemas.openxmlformats.org/officeDocument/2006/relationships/slide" Target="/ppt/slides/slide12.xml" Id="R2fe196461ce043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605083906148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юна">
  <a:themeElements>
    <a:clrScheme name="Дюна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Дюн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e1ccf9cfe44f29" /><Relationship Type="http://schemas.openxmlformats.org/officeDocument/2006/relationships/notesMaster" Target="/ppt/notesMasters/notesMaster1.xml" Id="R26a790e67af24f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0be787f2bb4816" /><Relationship Type="http://schemas.openxmlformats.org/officeDocument/2006/relationships/notesMaster" Target="/ppt/notesMasters/notesMaster1.xml" Id="Rb2a97af328634e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617d6926994aab" /><Relationship Type="http://schemas.openxmlformats.org/officeDocument/2006/relationships/notesMaster" Target="/ppt/notesMasters/notesMaster1.xml" Id="R2affd1eff8fd49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1e942007f54607" /><Relationship Type="http://schemas.openxmlformats.org/officeDocument/2006/relationships/notesMaster" Target="/ppt/notesMasters/notesMaster1.xml" Id="Ra1df4ca3938048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849990a293485e" /><Relationship Type="http://schemas.openxmlformats.org/officeDocument/2006/relationships/notesMaster" Target="/ppt/notesMasters/notesMaster1.xml" Id="R57ba44522dff42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0a3555bfa1482e" /><Relationship Type="http://schemas.openxmlformats.org/officeDocument/2006/relationships/notesMaster" Target="/ppt/notesMasters/notesMaster1.xml" Id="Rf34e023fcb374c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4e5d86f8534dfb" /><Relationship Type="http://schemas.openxmlformats.org/officeDocument/2006/relationships/notesMaster" Target="/ppt/notesMasters/notesMaster1.xml" Id="R0c558b96ab0d4f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0be712e8a14fed" /><Relationship Type="http://schemas.openxmlformats.org/officeDocument/2006/relationships/notesMaster" Target="/ppt/notesMasters/notesMaster1.xml" Id="R091f6094467740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b0e29a00c544a96" /><Relationship Type="http://schemas.openxmlformats.org/officeDocument/2006/relationships/notesMaster" Target="/ppt/notesMasters/notesMaster1.xml" Id="R20ddf8d35c0b4b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a27ec682b64567" /><Relationship Type="http://schemas.openxmlformats.org/officeDocument/2006/relationships/notesMaster" Target="/ppt/notesMasters/notesMaster1.xml" Id="Rcf68a28791b24c5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2d8e3d2c2a4391" /><Relationship Type="http://schemas.openxmlformats.org/officeDocument/2006/relationships/notesMaster" Target="/ppt/notesMasters/notesMaster1.xml" Id="Rbc9caf3ffec949c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c60a5e91efc455b" /><Relationship Type="http://schemas.openxmlformats.org/officeDocument/2006/relationships/notesMaster" Target="/ppt/notesMasters/notesMaster1.xml" Id="Rc44b711d7bd74b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lab3.ipynb, ячейка 9. Для изображения чётного размера центр сетки пикселей равен ((w−1)/2,(h−1)/2). В ноутбуке использован центр (w//2,h//2), поэтому результат может отличаться от cv2.flip(image,−1) на один пиксель и иметь заполненную границу. Результат сохранён без пересчёта.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lab3.ipynb, вариант 4. Изображения взяты из сохранённых выводов ноутбука, без повторного выполнения и изменения результатов. Оформление взято из приложенной презентации лабораторной работы №2.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7f59595eb74bc0" /><Relationship Type="http://schemas.openxmlformats.org/officeDocument/2006/relationships/image" Target="/ppt/media/image.jpeg" Id="Rc3ef341a929f49f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722b5f08904a0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ecaa471e89419d" /><Relationship Type="http://schemas.openxmlformats.org/officeDocument/2006/relationships/image" Target="/ppt/media/image2.jpeg" Id="R191a3aa7e69e4e8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c42eff034b4d0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ab5b5b34ce4a0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d7a3e6f54b4e3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74f2cc01284523" /><Relationship Type="http://schemas.openxmlformats.org/officeDocument/2006/relationships/image" Target="/ppt/media/image3.jpeg" Id="Raefe2c54340740c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74282d0b214fb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bf2b3d830b408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000831d7214248" /><Relationship Type="http://schemas.openxmlformats.org/officeDocument/2006/relationships/image" Target="/ppt/media/image4.jpeg" Id="R0c394983d34b4eb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2bbf2fab98405e" /><Relationship Type="http://schemas.openxmlformats.org/officeDocument/2006/relationships/image" Target="/ppt/media/image5.jpeg" Id="Rb24082bd4dbf4bc5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9ae3fc34e1484d" /><Relationship Type="http://schemas.openxmlformats.org/officeDocument/2006/relationships/image" Target="/ppt/media/image5.jpeg" Id="R011a9ef193e04aff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c9ec7862e447c9" /><Relationship Type="http://schemas.openxmlformats.org/officeDocument/2006/relationships/image" Target="/ppt/media/image2.jpeg" Id="Ra6bf8ce2ebcc4927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0bf4da21284e8e" /><Relationship Type="http://schemas.openxmlformats.org/officeDocument/2006/relationships/image" Target="/ppt/media/image5.jpeg" Id="Rddd73dc304874747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74a16c286a42ad" /><Relationship Type="http://schemas.openxmlformats.org/officeDocument/2006/relationships/image" Target="/ppt/media/image2.jpeg" Id="R6eb84af9a8264a49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4e3d2b2fa74715" /><Relationship Type="http://schemas.openxmlformats.org/officeDocument/2006/relationships/image" Target="/ppt/media/image6.jpeg" Id="R030b8b490fa94be9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b64a9ba843401f" /><Relationship Type="http://schemas.openxmlformats.org/officeDocument/2006/relationships/image" Target="/ppt/media/image3.jpeg" Id="R7b732bff0a5440ed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c8df6649364664" /><Relationship Type="http://schemas.openxmlformats.org/officeDocument/2006/relationships/image" Target="/ppt/media/image3.jpeg" Id="R6474413bb8f84700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2e7f7ca71b43e7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18fd2c0fdc4c13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61c54c296f4970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e4f9ce92334c59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faf71f073c46da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05fe30643b4cf5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462dd53f6e4982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a1136137c74670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1138db19164380" /></Relationships>
</file>

<file path=ppt/slideLayouts/slideLayout1.xml><?xml version="1.0" encoding="utf-8"?>
<p:sldLayout xmlns:p="http://schemas.openxmlformats.org/presentationml/2006/main" preserve="1">
  <p:cSld name="Title with Picture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82880" y="5176159"/>
            <a:ext cx="11640312" cy="845493"/>
          </a:xfrm>
        </p:spPr>
        <p:txBody>
          <a:bodyPr xmlns:a="http://schemas.openxmlformats.org/drawingml/2006/main" vert="horz" lIns="91440" tIns="45720" rIns="91440" bIns="45720" anchor="b">
            <a:normAutofit/>
          </a:bodyPr>
          <a:lstStyle xmlns:a="http://schemas.openxmlformats.org/drawingml/2006/main">
            <a:lvl1pPr>
              <a:buNone/>
              <a:defRPr sz="44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10313" y="5980176"/>
            <a:ext cx="11612880" cy="530352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подзаголовка</a:t>
            </a:r>
            <a:endParaRPr/>
          </a:p>
        </p:txBody>
      </p:sp>
      <p:sp>
        <p:nvSpPr>
          <p:cNvPr id="10" name="Picture Placeholder 9">
            <a:extLst xmlns:a="http://schemas.openxmlformats.org/drawingml/2006/main">
              <a:ext uri="{FF2B5EF4-FFF2-40B4-BE49-F238E27FC236}">
                <a16:creationId xmlns:a16="http://schemas.microsoft.com/office/drawing/2014/main" id="{150AF6FA-7D1D-1351-A76E-43C54D28FD68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274220" y="266700"/>
            <a:ext cx="11649456" cy="4853814"/>
          </a:xfrm>
          <a:custGeom xmlns:a="http://schemas.openxmlformats.org/drawingml/2006/main">
            <a:gdLst>
              <a:gd name="connsiteX0" fmla="*/ 291520 w 11651080"/>
              <a:gd name="connsiteY0" fmla="*/ 0 h 4853814"/>
              <a:gd name="connsiteX1" fmla="*/ 11359560 w 11651080"/>
              <a:gd name="connsiteY1" fmla="*/ 0 h 4853814"/>
              <a:gd name="connsiteX2" fmla="*/ 11651080 w 11651080"/>
              <a:gd name="connsiteY2" fmla="*/ 291520 h 4853814"/>
              <a:gd name="connsiteX3" fmla="*/ 11651080 w 11651080"/>
              <a:gd name="connsiteY3" fmla="*/ 4562294 h 4853814"/>
              <a:gd name="connsiteX4" fmla="*/ 11359560 w 11651080"/>
              <a:gd name="connsiteY4" fmla="*/ 4853814 h 4853814"/>
              <a:gd name="connsiteX5" fmla="*/ 291520 w 11651080"/>
              <a:gd name="connsiteY5" fmla="*/ 4853814 h 4853814"/>
              <a:gd name="connsiteX6" fmla="*/ 0 w 11651080"/>
              <a:gd name="connsiteY6" fmla="*/ 4562294 h 4853814"/>
              <a:gd name="connsiteX7" fmla="*/ 0 w 11651080"/>
              <a:gd name="connsiteY7" fmla="*/ 291520 h 4853814"/>
              <a:gd name="connsiteX8" fmla="*/ 291520 w 11651080"/>
              <a:gd name="connsiteY8" fmla="*/ 0 h 4853814"/>
            </a:gdLst>
            <a:rect l="l" t="t" r="r" b="b"/>
            <a:pathLst>
              <a:path w="11651080" h="4853814">
                <a:moveTo>
                  <a:pt x="291520" y="0"/>
                </a:moveTo>
                <a:lnTo>
                  <a:pt x="11359560" y="0"/>
                </a:lnTo>
                <a:cubicBezTo>
                  <a:pt x="11520562" y="0"/>
                  <a:pt x="11651080" y="130518"/>
                  <a:pt x="11651080" y="291520"/>
                </a:cubicBezTo>
                <a:lnTo>
                  <a:pt x="11651080" y="4562294"/>
                </a:lnTo>
                <a:cubicBezTo>
                  <a:pt x="11651080" y="4723296"/>
                  <a:pt x="11520562" y="4853814"/>
                  <a:pt x="11359560" y="4853814"/>
                </a:cubicBezTo>
                <a:lnTo>
                  <a:pt x="291520" y="4853814"/>
                </a:lnTo>
                <a:cubicBezTo>
                  <a:pt x="130518" y="4853814"/>
                  <a:pt x="0" y="4723296"/>
                  <a:pt x="0" y="4562294"/>
                </a:cubicBezTo>
                <a:lnTo>
                  <a:pt x="0" y="291520"/>
                </a:lnTo>
                <a:cubicBezTo>
                  <a:pt x="0" y="130518"/>
                  <a:pt x="130518" y="0"/>
                  <a:pt x="291520" y="0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c3ef341a929f49f0">
              <a:alphaModFix amt="7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82880" y="6391657"/>
            <a:ext cx="2805405" cy="330466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137848" y="6391657"/>
            <a:ext cx="3494314" cy="330466"/>
          </a:xfrm>
        </p:spPr>
        <p:txBody>
          <a:bodyPr xmlns:a="http://schemas.openxmlformats.org/drawingml/2006/main"/>
          <a:lstStyle xmlns:a="http://schemas.openxmlformats.org/drawingml/2006/main">
            <a:lvl1pPr algn="r"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9EC08F63-68FD-44F9-A52E-105615C8C7C5}" type="datetime1">
              <a:t>01.10.2026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632162" y="6391657"/>
            <a:ext cx="429207" cy="330466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DED1C2B-1434-41FF-A42D-A6C0AEFEF163}" type="datetime1">
              <a:t>01.10.2026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Title with Picture 2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7660262" y="208754"/>
            <a:ext cx="4066072" cy="3725937"/>
          </a:xfrm>
        </p:spPr>
        <p:txBody>
          <a:bodyPr xmlns:a="http://schemas.openxmlformats.org/drawingml/2006/main" vert="horz" lIns="91440" tIns="45720" rIns="91440" bIns="45720" anchor="t">
            <a:normAutofit/>
          </a:bodyPr>
          <a:lstStyle xmlns:a="http://schemas.openxmlformats.org/drawingml/2006/main">
            <a:lvl1pPr>
              <a:buNone/>
              <a:defRPr sz="50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заголовка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668729" y="4846320"/>
            <a:ext cx="4066072" cy="1380744"/>
          </a:xfrm>
        </p:spPr>
        <p:txBody>
          <a:bodyPr xmlns:a="http://schemas.openxmlformats.org/drawingml/2006/main" vert="horz" lIns="91440" tIns="45720" rIns="91440" bIns="45720" anchor="b">
            <a:normAutofit/>
          </a:bodyPr>
          <a:lstStyle xmlns:a="http://schemas.openxmlformats.org/drawingml/2006/main">
            <a:lvl1pPr marL="0" indent="0">
              <a:buNone/>
              <a:defRPr sz="16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подзаголовка</a:t>
            </a:r>
            <a:endParaRPr/>
          </a:p>
        </p:txBody>
      </p:sp>
      <p:sp>
        <p:nvSpPr>
          <p:cNvPr id="12" name="Picture Placeholder 11">
            <a:extLst xmlns:a="http://schemas.openxmlformats.org/drawingml/2006/main">
              <a:ext uri="{FF2B5EF4-FFF2-40B4-BE49-F238E27FC236}">
                <a16:creationId xmlns:a16="http://schemas.microsoft.com/office/drawing/2014/main" id="{7A934108-77F2-43A6-38EF-C1CDEDD103C2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274320" y="266699"/>
            <a:ext cx="7238998" cy="6322891"/>
          </a:xfrm>
          <a:custGeom xmlns:a="http://schemas.openxmlformats.org/drawingml/2006/main">
            <a:gdLst>
              <a:gd name="connsiteX0" fmla="*/ 291359 w 7238998"/>
              <a:gd name="connsiteY0" fmla="*/ 0 h 6322891"/>
              <a:gd name="connsiteX1" fmla="*/ 6947639 w 7238998"/>
              <a:gd name="connsiteY1" fmla="*/ 0 h 6322891"/>
              <a:gd name="connsiteX2" fmla="*/ 7238998 w 7238998"/>
              <a:gd name="connsiteY2" fmla="*/ 291359 h 6322891"/>
              <a:gd name="connsiteX3" fmla="*/ 7238998 w 7238998"/>
              <a:gd name="connsiteY3" fmla="*/ 6031532 h 6322891"/>
              <a:gd name="connsiteX4" fmla="*/ 6947639 w 7238998"/>
              <a:gd name="connsiteY4" fmla="*/ 6322891 h 6322891"/>
              <a:gd name="connsiteX5" fmla="*/ 291359 w 7238998"/>
              <a:gd name="connsiteY5" fmla="*/ 6322891 h 6322891"/>
              <a:gd name="connsiteX6" fmla="*/ 0 w 7238998"/>
              <a:gd name="connsiteY6" fmla="*/ 6031532 h 6322891"/>
              <a:gd name="connsiteX7" fmla="*/ 0 w 7238998"/>
              <a:gd name="connsiteY7" fmla="*/ 291359 h 6322891"/>
              <a:gd name="connsiteX8" fmla="*/ 291359 w 7238998"/>
              <a:gd name="connsiteY8" fmla="*/ 0 h 6322891"/>
            </a:gdLst>
            <a:rect l="l" t="t" r="r" b="b"/>
            <a:pathLst>
              <a:path w="7238998" h="6322891">
                <a:moveTo>
                  <a:pt x="291359" y="0"/>
                </a:moveTo>
                <a:lnTo>
                  <a:pt x="6947639" y="0"/>
                </a:lnTo>
                <a:cubicBezTo>
                  <a:pt x="7108552" y="0"/>
                  <a:pt x="7238998" y="130446"/>
                  <a:pt x="7238998" y="291359"/>
                </a:cubicBezTo>
                <a:lnTo>
                  <a:pt x="7238998" y="6031532"/>
                </a:lnTo>
                <a:cubicBezTo>
                  <a:pt x="7238998" y="6192445"/>
                  <a:pt x="7108552" y="6322891"/>
                  <a:pt x="6947639" y="6322891"/>
                </a:cubicBezTo>
                <a:lnTo>
                  <a:pt x="291359" y="6322891"/>
                </a:lnTo>
                <a:cubicBezTo>
                  <a:pt x="130446" y="6322891"/>
                  <a:pt x="0" y="6192445"/>
                  <a:pt x="0" y="6031532"/>
                </a:cubicBezTo>
                <a:lnTo>
                  <a:pt x="0" y="291359"/>
                </a:lnTo>
                <a:cubicBezTo>
                  <a:pt x="0" y="130446"/>
                  <a:pt x="130446" y="0"/>
                  <a:pt x="291359" y="0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191a3aa7e69e4e8d">
              <a:alphaModFix amt="7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666481" y="6391656"/>
            <a:ext cx="2703777" cy="33832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10477500" y="6391656"/>
            <a:ext cx="1032084" cy="33832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370F9359-BB8B-45FD-8B86-138FF0155BE1}" type="datetime1">
              <a:t>01.10.2026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09584" y="6388837"/>
            <a:ext cx="457200" cy="33832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itle" preserve="1">
  <p:cSld name="Title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2018598" y="1529542"/>
            <a:ext cx="8154804" cy="2323883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ctr">
              <a:buNone/>
              <a:defRPr sz="5400">
                <a:solidFill>
                  <a:schemeClr val="tx2"/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0715" y="4053504"/>
            <a:ext cx="5970570" cy="1072678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 marL="0" indent="0" algn="ctr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Образец подзаголовка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5744E98A-C6CB-4740-94CF-7B79157857DC}" type="datetime1">
              <a:t>01.10.2026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>
  <p:cSld name="Заголовок раздела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7729" y="3200400"/>
            <a:ext cx="9002895" cy="3582184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>
              <a:buNone/>
              <a:defRPr sz="6900">
                <a:solidFill>
                  <a:schemeClr val="tx2"/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78704" y="141216"/>
            <a:ext cx="2703777" cy="33832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10477500" y="141216"/>
            <a:ext cx="1032084" cy="33832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8F314C3C-5380-447C-8C4A-80885D6C1B2B}" type="datetime1">
              <a:t>01.10.2026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09584" y="141216"/>
            <a:ext cx="457200" cy="33832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2"/>
                </a:solidFill>
              </a:defRPr>
            </a:lvl1pPr>
          </a:lstStyle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>
  <p:cSld name="Agenda">
    <p:bg>
      <p:bgRef idx="1001">
        <a:schemeClr xmlns:a="http://schemas.openxmlformats.org/drawingml/2006/main" val="bg2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3815" y="189689"/>
            <a:ext cx="11341905" cy="1629485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>
              <a:buNone/>
              <a:defRPr sz="7600" baseline="0"/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7" name="Content Placeholder 6">
            <a:extLst xmlns:a="http://schemas.openxmlformats.org/drawingml/2006/main"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096000" y="2362200"/>
            <a:ext cx="5829300" cy="3810000"/>
          </a:xfrm>
        </p:spPr>
        <p:txBody>
          <a:bodyPr xmlns:a="http://schemas.openxmlformats.org/drawingml/2006/main" vert="horz" lIns="91440" tIns="45720" rIns="91440" bIns="45720" anchor="b">
            <a:normAutofit/>
          </a:bodyPr>
          <a:lstStyle xmlns:a="http://schemas.openxmlformats.org/drawingml/2006/main">
            <a:lvl1pPr marL="457200" indent="-457200">
              <a:buFont typeface="+mj-lt"/>
              <a:buAutoNum type="arabicPeriod"/>
              <a:defRPr sz="16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600"/>
            </a:lvl3pPr>
            <a:lvl4pPr>
              <a:buFont typeface="+mj-lt"/>
              <a:buAutoNum type="arabicPeriod"/>
              <a:defRPr sz="1600"/>
            </a:lvl4pPr>
            <a:lvl5pPr>
              <a:buFont typeface="+mj-lt"/>
              <a:buAutoNum type="arabicPeriod"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0B1818-EA50-4E6B-B1F5-269F22071F39}" type="datetime1">
              <a:t>01.10.2026</a:t>
            </a:fld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Agenda with Picture">
    <p:bg>
      <p:bgRef idx="1001">
        <a:schemeClr xmlns:a="http://schemas.openxmlformats.org/drawingml/2006/main" val="bg2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" y="4061862"/>
            <a:ext cx="5913120" cy="2268359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>
              <a:buNone/>
              <a:defRPr sz="5800"/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16" name="Picture Placeholder 15">
            <a:extLst xmlns:a="http://schemas.openxmlformats.org/drawingml/2006/main">
              <a:ext uri="{FF2B5EF4-FFF2-40B4-BE49-F238E27FC236}">
                <a16:creationId xmlns:a16="http://schemas.microsoft.com/office/drawing/2014/main" id="{F88BC23C-4171-DFCF-3175-10D2602FF561}"/>
              </a:ext>
            </a:extLst>
          </p:cNvPr>
          <p:cNvSpPr>
            <a:spLocks xmlns:a="http://schemas.openxmlformats.org/drawingml/2006/main" noGrp="1"/>
          </p:cNvSpPr>
          <p:nvPr>
            <p:ph type="pic" idx="14" hasCustomPrompt="1"/>
          </p:nvPr>
        </p:nvSpPr>
        <p:spPr>
          <a:xfrm xmlns:a="http://schemas.openxmlformats.org/drawingml/2006/main">
            <a:off x="274320" y="268508"/>
            <a:ext cx="11649456" cy="3609085"/>
          </a:xfrm>
          <a:custGeom xmlns:a="http://schemas.openxmlformats.org/drawingml/2006/main">
            <a:gdLst>
              <a:gd name="connsiteX0" fmla="*/ 283385 w 11658600"/>
              <a:gd name="connsiteY0" fmla="*/ 0 h 3609085"/>
              <a:gd name="connsiteX1" fmla="*/ 11375215 w 11658600"/>
              <a:gd name="connsiteY1" fmla="*/ 0 h 3609085"/>
              <a:gd name="connsiteX2" fmla="*/ 11658600 w 11658600"/>
              <a:gd name="connsiteY2" fmla="*/ 283385 h 3609085"/>
              <a:gd name="connsiteX3" fmla="*/ 11658600 w 11658600"/>
              <a:gd name="connsiteY3" fmla="*/ 3325700 h 3609085"/>
              <a:gd name="connsiteX4" fmla="*/ 11375215 w 11658600"/>
              <a:gd name="connsiteY4" fmla="*/ 3609085 h 3609085"/>
              <a:gd name="connsiteX5" fmla="*/ 283385 w 11658600"/>
              <a:gd name="connsiteY5" fmla="*/ 3609085 h 3609085"/>
              <a:gd name="connsiteX6" fmla="*/ 0 w 11658600"/>
              <a:gd name="connsiteY6" fmla="*/ 3325700 h 3609085"/>
              <a:gd name="connsiteX7" fmla="*/ 0 w 11658600"/>
              <a:gd name="connsiteY7" fmla="*/ 283385 h 3609085"/>
              <a:gd name="connsiteX8" fmla="*/ 283385 w 11658600"/>
              <a:gd name="connsiteY8" fmla="*/ 0 h 3609085"/>
            </a:gdLst>
            <a:rect l="l" t="t" r="r" b="b"/>
            <a:pathLst>
              <a:path w="11658600" h="3609085">
                <a:moveTo>
                  <a:pt x="283385" y="0"/>
                </a:moveTo>
                <a:lnTo>
                  <a:pt x="11375215" y="0"/>
                </a:lnTo>
                <a:cubicBezTo>
                  <a:pt x="11531724" y="0"/>
                  <a:pt x="11658600" y="126876"/>
                  <a:pt x="11658600" y="283385"/>
                </a:cubicBezTo>
                <a:lnTo>
                  <a:pt x="11658600" y="3325700"/>
                </a:lnTo>
                <a:cubicBezTo>
                  <a:pt x="11658600" y="3482209"/>
                  <a:pt x="11531724" y="3609085"/>
                  <a:pt x="11375215" y="3609085"/>
                </a:cubicBezTo>
                <a:lnTo>
                  <a:pt x="283385" y="3609085"/>
                </a:lnTo>
                <a:cubicBezTo>
                  <a:pt x="126876" y="3609085"/>
                  <a:pt x="0" y="3482209"/>
                  <a:pt x="0" y="3325700"/>
                </a:cubicBezTo>
                <a:lnTo>
                  <a:pt x="0" y="283385"/>
                </a:lnTo>
                <a:cubicBezTo>
                  <a:pt x="0" y="126876"/>
                  <a:pt x="126876" y="0"/>
                  <a:pt x="283385" y="0"/>
                </a:cubicBez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efe2c54340740c3">
              <a:alphaModFix amt="60000"/>
            </a:blip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 </a:t>
            </a:r>
          </a:p>
        </p:txBody>
      </p:sp>
      <p:sp>
        <p:nvSpPr>
          <p:cNvPr id="7" name="Content Placeholder 6">
            <a:extLst xmlns:a="http://schemas.openxmlformats.org/drawingml/2006/main"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7515973" y="4039118"/>
            <a:ext cx="4419601" cy="2268360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342900" indent="-3429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 xmlns:a="http://schemas.openxmlformats.org/drawingml/2006/main">
            <a:pPr marL="228600" lvl="0" indent="-228600">
              <a:buNone/>
            </a:pPr>
            <a:r>
              <a:t>Образец текста</a:t>
            </a:r>
          </a:p>
          <a:p xmlns:a="http://schemas.openxmlformats.org/drawingml/2006/main">
            <a:pPr marL="228600" lvl="1" indent="-228600">
              <a:buNone/>
            </a:pPr>
            <a:r>
              <a:t>Второй уровень</a:t>
            </a:r>
          </a:p>
          <a:p xmlns:a="http://schemas.openxmlformats.org/drawingml/2006/main">
            <a:pPr marL="228600" lvl="2" indent="-228600">
              <a:buNone/>
            </a:pPr>
            <a:r>
              <a:t>Третий уровень</a:t>
            </a:r>
          </a:p>
          <a:p xmlns:a="http://schemas.openxmlformats.org/drawingml/2006/main">
            <a:pPr marL="228600" lvl="3" indent="-228600">
              <a:buNone/>
            </a:pPr>
            <a:r>
              <a:t>Четвертый уровень</a:t>
            </a:r>
          </a:p>
          <a:p xmlns:a="http://schemas.openxmlformats.org/drawingml/2006/main">
            <a:pPr marL="228600" lvl="4" indent="-228600">
              <a:buNone/>
            </a:pPr>
            <a:r>
              <a:t>Пятый уровень</a:t>
            </a:r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82880" y="6387737"/>
            <a:ext cx="2703777" cy="3383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9E84084-15D7-4F36-859F-F56C53A6F4E5}" type="datetime1">
              <a:t>01.10.2026</a:t>
            </a:fld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Content 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25131" y="1638299"/>
            <a:ext cx="3314700" cy="3873268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>
              <a:buNone/>
              <a:defRPr sz="3000"/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8" name="Content Placeholder 7">
            <a:extLst xmlns:a="http://schemas.openxmlformats.org/drawingml/2006/main"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4901019" y="1638299"/>
            <a:ext cx="6080760" cy="3873267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4255E2A-8982-450C-A923-417B0C2E922F}" type="datetime1">
              <a:t>01.10.2026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>
  <p:cSld name="Content 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" y="219456"/>
            <a:ext cx="3310394" cy="4058127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>
              <a:buNone/>
              <a:defRPr sz="3000"/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8" name="Content Placeholder 7">
            <a:extLst xmlns:a="http://schemas.openxmlformats.org/drawingml/2006/main"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3972674" y="266700"/>
            <a:ext cx="7688495" cy="6047836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DCAFA87-D25E-497C-A210-941991E7D2A4}" type="datetime1">
              <a:t>01.10.2026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19525" y="219456"/>
            <a:ext cx="6376547" cy="1066006"/>
          </a:xfr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10" name="Picture Placeholder 9">
            <a:extLst xmlns:a="http://schemas.openxmlformats.org/drawingml/2006/main">
              <a:ext uri="{FF2B5EF4-FFF2-40B4-BE49-F238E27FC236}">
                <a16:creationId xmlns:a16="http://schemas.microsoft.com/office/drawing/2014/main" id="{AC455FC9-9346-2F53-C58C-5C64036CD926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274320" y="268573"/>
            <a:ext cx="4419600" cy="6325969"/>
          </a:xfrm>
          <a:custGeom xmlns:a="http://schemas.openxmlformats.org/drawingml/2006/main">
            <a:gdLst>
              <a:gd name="connsiteX0" fmla="*/ 300746 w 4381500"/>
              <a:gd name="connsiteY0" fmla="*/ 0 h 6290961"/>
              <a:gd name="connsiteX1" fmla="*/ 4080754 w 4381500"/>
              <a:gd name="connsiteY1" fmla="*/ 0 h 6290961"/>
              <a:gd name="connsiteX2" fmla="*/ 4381500 w 4381500"/>
              <a:gd name="connsiteY2" fmla="*/ 300746 h 6290961"/>
              <a:gd name="connsiteX3" fmla="*/ 4381500 w 4381500"/>
              <a:gd name="connsiteY3" fmla="*/ 5990215 h 6290961"/>
              <a:gd name="connsiteX4" fmla="*/ 4080754 w 4381500"/>
              <a:gd name="connsiteY4" fmla="*/ 6290961 h 6290961"/>
              <a:gd name="connsiteX5" fmla="*/ 300746 w 4381500"/>
              <a:gd name="connsiteY5" fmla="*/ 6290961 h 6290961"/>
              <a:gd name="connsiteX6" fmla="*/ 0 w 4381500"/>
              <a:gd name="connsiteY6" fmla="*/ 5990215 h 6290961"/>
              <a:gd name="connsiteX7" fmla="*/ 0 w 4381500"/>
              <a:gd name="connsiteY7" fmla="*/ 300746 h 6290961"/>
              <a:gd name="connsiteX8" fmla="*/ 300746 w 4381500"/>
              <a:gd name="connsiteY8" fmla="*/ 0 h 6290961"/>
            </a:gdLst>
            <a:rect l="l" t="t" r="r" b="b"/>
            <a:pathLst>
              <a:path w="4381500" h="6290961">
                <a:moveTo>
                  <a:pt x="300746" y="0"/>
                </a:moveTo>
                <a:lnTo>
                  <a:pt x="4080754" y="0"/>
                </a:lnTo>
                <a:cubicBezTo>
                  <a:pt x="4246851" y="0"/>
                  <a:pt x="4381500" y="134649"/>
                  <a:pt x="4381500" y="300746"/>
                </a:cubicBezTo>
                <a:lnTo>
                  <a:pt x="4381500" y="5990215"/>
                </a:lnTo>
                <a:cubicBezTo>
                  <a:pt x="4381500" y="6156312"/>
                  <a:pt x="4246851" y="6290961"/>
                  <a:pt x="4080754" y="6290961"/>
                </a:cubicBezTo>
                <a:lnTo>
                  <a:pt x="300746" y="6290961"/>
                </a:lnTo>
                <a:cubicBezTo>
                  <a:pt x="134649" y="6290961"/>
                  <a:pt x="0" y="6156312"/>
                  <a:pt x="0" y="5990215"/>
                </a:cubicBezTo>
                <a:lnTo>
                  <a:pt x="0" y="300746"/>
                </a:lnTo>
                <a:cubicBezTo>
                  <a:pt x="0" y="134649"/>
                  <a:pt x="134649" y="0"/>
                  <a:pt x="300746" y="0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0c394983d34b4eb9">
              <a:alphaModFix amt="6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  <p:sp>
        <p:nvSpPr>
          <p:cNvPr id="8" name="Content Placeholder 7">
            <a:extLst xmlns:a="http://schemas.openxmlformats.org/drawingml/2006/main"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4919526" y="1285462"/>
            <a:ext cx="6376546" cy="4986355"/>
          </a:xfrm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919526" y="6387737"/>
            <a:ext cx="2703777" cy="3383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0F6139E-B88E-4434-A7F1-B43174DC65B6}" type="datetime1">
              <a:t>01.10.2026</a:t>
            </a:fld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188702" y="219456"/>
            <a:ext cx="7241297" cy="923544"/>
          </a:xfrm>
        </p:spPr>
        <p:txBody>
          <a:bodyPr xmlns:a="http://schemas.openxmlformats.org/drawingml/2006/main" anchor="t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20" name="Picture Placeholder 9">
            <a:extLst xmlns:a="http://schemas.openxmlformats.org/drawingml/2006/main">
              <a:ext uri="{FF2B5EF4-FFF2-40B4-BE49-F238E27FC236}">
                <a16:creationId xmlns:a16="http://schemas.microsoft.com/office/drawing/2014/main" id="{FC55F3DB-E75F-ADDF-8222-D3F62F2CCE82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274320" y="268573"/>
            <a:ext cx="3675888" cy="6327648"/>
          </a:xfrm>
          <a:custGeom xmlns:a="http://schemas.openxmlformats.org/drawingml/2006/main"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4 h 6320854"/>
              <a:gd name="connsiteX10" fmla="*/ 105939 w 3675888"/>
              <a:gd name="connsiteY10" fmla="*/ 6252721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7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4"/>
                </a:lnTo>
                <a:lnTo>
                  <a:pt x="105939" y="6252721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7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b24082bd4dbf4bc5">
              <a:alphaModFix amt="6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  <p:sp>
        <p:nvSpPr>
          <p:cNvPr id="8" name="Content Placeholder 7">
            <a:extLst xmlns:a="http://schemas.openxmlformats.org/drawingml/2006/main"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4188702" y="1143000"/>
            <a:ext cx="7241298" cy="5239512"/>
          </a:xfrm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188702" y="6382981"/>
            <a:ext cx="2703777" cy="3383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74670348-D143-436F-9129-EED979619D28}" type="datetime1">
              <a:t>01.10.2026</a:t>
            </a:fld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" y="219456"/>
            <a:ext cx="7241297" cy="923544"/>
          </a:xfrm>
        </p:spPr>
        <p:txBody>
          <a:bodyPr xmlns:a="http://schemas.openxmlformats.org/drawingml/2006/main" anchor="t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8" name="Content Placeholder 7">
            <a:extLst xmlns:a="http://schemas.openxmlformats.org/drawingml/2006/main"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182880" y="1143000"/>
            <a:ext cx="7241298" cy="5239512"/>
          </a:xfrm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82880" y="6382981"/>
            <a:ext cx="2703777" cy="3383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392093" y="6387128"/>
            <a:ext cx="1032084" cy="33832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0BF40F54-ED29-4155-B487-1AE9DC91D7FE}" type="datetime1">
              <a:t>01.10.2026</a:t>
            </a:fld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7424177" y="6387128"/>
            <a:ext cx="457200" cy="3383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  <p:sp>
        <p:nvSpPr>
          <p:cNvPr id="4" name="Picture Placeholder 9">
            <a:extLst xmlns:a="http://schemas.openxmlformats.org/drawingml/2006/main">
              <a:ext uri="{FF2B5EF4-FFF2-40B4-BE49-F238E27FC236}">
                <a16:creationId xmlns:a16="http://schemas.microsoft.com/office/drawing/2014/main" id="{F47C8A4F-E753-8148-3650-49C421EB5479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8249412" y="268573"/>
            <a:ext cx="3675888" cy="6327648"/>
          </a:xfrm>
          <a:custGeom xmlns:a="http://schemas.openxmlformats.org/drawingml/2006/main">
            <a:gdLst>
              <a:gd name="connsiteX0" fmla="*/ 301545 w 3675888"/>
              <a:gd name="connsiteY0" fmla="*/ 0 h 6320854"/>
              <a:gd name="connsiteX1" fmla="*/ 3375347 w 3675888"/>
              <a:gd name="connsiteY1" fmla="*/ 0 h 6320854"/>
              <a:gd name="connsiteX2" fmla="*/ 3675888 w 3675888"/>
              <a:gd name="connsiteY2" fmla="*/ 300541 h 6320854"/>
              <a:gd name="connsiteX3" fmla="*/ 3675888 w 3675888"/>
              <a:gd name="connsiteY3" fmla="*/ 6025428 h 6320854"/>
              <a:gd name="connsiteX4" fmla="*/ 3492331 w 3675888"/>
              <a:gd name="connsiteY4" fmla="*/ 6302351 h 6320854"/>
              <a:gd name="connsiteX5" fmla="*/ 3400682 w 3675888"/>
              <a:gd name="connsiteY5" fmla="*/ 6320854 h 6320854"/>
              <a:gd name="connsiteX6" fmla="*/ 275206 w 3675888"/>
              <a:gd name="connsiteY6" fmla="*/ 6320854 h 6320854"/>
              <a:gd name="connsiteX7" fmla="*/ 186647 w 3675888"/>
              <a:gd name="connsiteY7" fmla="*/ 6302975 h 6320854"/>
              <a:gd name="connsiteX8" fmla="*/ 184171 w 3675888"/>
              <a:gd name="connsiteY8" fmla="*/ 6302204 h 6320854"/>
              <a:gd name="connsiteX9" fmla="*/ 114619 w 3675888"/>
              <a:gd name="connsiteY9" fmla="*/ 6259883 h 6320854"/>
              <a:gd name="connsiteX10" fmla="*/ 105939 w 3675888"/>
              <a:gd name="connsiteY10" fmla="*/ 6252722 h 6320854"/>
              <a:gd name="connsiteX11" fmla="*/ 51500 w 3675888"/>
              <a:gd name="connsiteY11" fmla="*/ 6192635 h 6320854"/>
              <a:gd name="connsiteX12" fmla="*/ 16622 w 3675888"/>
              <a:gd name="connsiteY12" fmla="*/ 6119873 h 6320854"/>
              <a:gd name="connsiteX13" fmla="*/ 12538 w 3675888"/>
              <a:gd name="connsiteY13" fmla="*/ 6106716 h 6320854"/>
              <a:gd name="connsiteX14" fmla="*/ 0 w 3675888"/>
              <a:gd name="connsiteY14" fmla="*/ 6023550 h 6320854"/>
              <a:gd name="connsiteX15" fmla="*/ 0 w 3675888"/>
              <a:gd name="connsiteY15" fmla="*/ 302420 h 6320854"/>
              <a:gd name="connsiteX16" fmla="*/ 301545 w 3675888"/>
              <a:gd name="connsiteY16" fmla="*/ 0 h 6320854"/>
            </a:gdLst>
            <a:rect l="l" t="t" r="r" b="b"/>
            <a:pathLst>
              <a:path w="3675888" h="6320854">
                <a:moveTo>
                  <a:pt x="301545" y="0"/>
                </a:moveTo>
                <a:lnTo>
                  <a:pt x="3375347" y="0"/>
                </a:lnTo>
                <a:cubicBezTo>
                  <a:pt x="3541331" y="0"/>
                  <a:pt x="3675888" y="134557"/>
                  <a:pt x="3675888" y="300541"/>
                </a:cubicBezTo>
                <a:lnTo>
                  <a:pt x="3675888" y="6025428"/>
                </a:lnTo>
                <a:cubicBezTo>
                  <a:pt x="3675888" y="6149916"/>
                  <a:pt x="3600200" y="6256727"/>
                  <a:pt x="3492331" y="6302351"/>
                </a:cubicBezTo>
                <a:lnTo>
                  <a:pt x="3400682" y="6320854"/>
                </a:lnTo>
                <a:lnTo>
                  <a:pt x="275206" y="6320854"/>
                </a:lnTo>
                <a:lnTo>
                  <a:pt x="186647" y="6302975"/>
                </a:lnTo>
                <a:lnTo>
                  <a:pt x="184171" y="6302204"/>
                </a:lnTo>
                <a:lnTo>
                  <a:pt x="114619" y="6259883"/>
                </a:lnTo>
                <a:lnTo>
                  <a:pt x="105939" y="6252722"/>
                </a:lnTo>
                <a:lnTo>
                  <a:pt x="51500" y="6192635"/>
                </a:lnTo>
                <a:lnTo>
                  <a:pt x="16622" y="6119873"/>
                </a:lnTo>
                <a:lnTo>
                  <a:pt x="12538" y="6106716"/>
                </a:lnTo>
                <a:lnTo>
                  <a:pt x="0" y="6023550"/>
                </a:lnTo>
                <a:lnTo>
                  <a:pt x="0" y="302420"/>
                </a:lnTo>
                <a:cubicBezTo>
                  <a:pt x="0" y="135398"/>
                  <a:pt x="135007" y="0"/>
                  <a:pt x="301545" y="0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011a9ef193e04aff">
              <a:alphaModFix amt="6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5855" y="219456"/>
            <a:ext cx="4717429" cy="1180888"/>
          </a:xfr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8" name="Content Placeholder 7">
            <a:extLst xmlns:a="http://schemas.openxmlformats.org/drawingml/2006/main"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185855" y="1400344"/>
            <a:ext cx="4729045" cy="4871473"/>
          </a:xfrm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588172" y="6390795"/>
            <a:ext cx="1298784" cy="3383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A6BD9A3-5529-4EFB-87FC-DF25E53CA87E}" type="datetime1">
              <a:t>01.10.2026</a:t>
            </a:fld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4886956" y="6390795"/>
            <a:ext cx="457200" cy="33832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  <p:sp>
        <p:nvSpPr>
          <p:cNvPr id="4" name="Picture Placeholder 3">
            <a:extLst xmlns:a="http://schemas.openxmlformats.org/drawingml/2006/main">
              <a:ext uri="{FF2B5EF4-FFF2-40B4-BE49-F238E27FC236}">
                <a16:creationId xmlns:a16="http://schemas.microsoft.com/office/drawing/2014/main" id="{00846273-A5CB-BDCB-C625-903F863EC307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5600703" y="266700"/>
            <a:ext cx="6324469" cy="6324600"/>
          </a:xfrm>
          <a:custGeom xmlns:a="http://schemas.openxmlformats.org/drawingml/2006/main">
            <a:gdLst>
              <a:gd name="connsiteX0" fmla="*/ 269395 w 6111507"/>
              <a:gd name="connsiteY0" fmla="*/ 0 h 6172338"/>
              <a:gd name="connsiteX1" fmla="*/ 5842112 w 6111507"/>
              <a:gd name="connsiteY1" fmla="*/ 0 h 6172338"/>
              <a:gd name="connsiteX2" fmla="*/ 6111507 w 6111507"/>
              <a:gd name="connsiteY2" fmla="*/ 268145 h 6172338"/>
              <a:gd name="connsiteX3" fmla="*/ 6111507 w 6111507"/>
              <a:gd name="connsiteY3" fmla="*/ 5904194 h 6172338"/>
              <a:gd name="connsiteX4" fmla="*/ 5842112 w 6111507"/>
              <a:gd name="connsiteY4" fmla="*/ 6172338 h 6172338"/>
              <a:gd name="connsiteX5" fmla="*/ 269395 w 6111507"/>
              <a:gd name="connsiteY5" fmla="*/ 6172338 h 6172338"/>
              <a:gd name="connsiteX6" fmla="*/ 0 w 6111507"/>
              <a:gd name="connsiteY6" fmla="*/ 5904194 h 6172338"/>
              <a:gd name="connsiteX7" fmla="*/ 0 w 6111507"/>
              <a:gd name="connsiteY7" fmla="*/ 268145 h 6172338"/>
              <a:gd name="connsiteX8" fmla="*/ 269395 w 6111507"/>
              <a:gd name="connsiteY8" fmla="*/ 0 h 6172338"/>
            </a:gdLst>
            <a:rect l="l" t="t" r="r" b="b"/>
            <a:pathLst>
              <a:path w="6111507" h="6172338">
                <a:moveTo>
                  <a:pt x="269395" y="0"/>
                </a:moveTo>
                <a:lnTo>
                  <a:pt x="5842112" y="0"/>
                </a:lnTo>
                <a:cubicBezTo>
                  <a:pt x="5990895" y="0"/>
                  <a:pt x="6111507" y="120052"/>
                  <a:pt x="6111507" y="268145"/>
                </a:cubicBezTo>
                <a:lnTo>
                  <a:pt x="6111507" y="5904194"/>
                </a:lnTo>
                <a:cubicBezTo>
                  <a:pt x="6111507" y="6052286"/>
                  <a:pt x="5990895" y="6172338"/>
                  <a:pt x="5842112" y="6172338"/>
                </a:cubicBezTo>
                <a:lnTo>
                  <a:pt x="269395" y="6172338"/>
                </a:lnTo>
                <a:cubicBezTo>
                  <a:pt x="120612" y="6172338"/>
                  <a:pt x="0" y="6052286"/>
                  <a:pt x="0" y="5904194"/>
                </a:cubicBezTo>
                <a:lnTo>
                  <a:pt x="0" y="268145"/>
                </a:lnTo>
                <a:cubicBezTo>
                  <a:pt x="0" y="120052"/>
                  <a:pt x="120612" y="0"/>
                  <a:pt x="269395" y="0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a6bf8ce2ebcc4927">
              <a:alphaModFix amt="6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1" y="220869"/>
            <a:ext cx="3208020" cy="3088635"/>
          </a:xfr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Picture Placeholder 3">
            <a:extLst xmlns:a="http://schemas.openxmlformats.org/drawingml/2006/main">
              <a:ext uri="{FF2B5EF4-FFF2-40B4-BE49-F238E27FC236}">
                <a16:creationId xmlns:a16="http://schemas.microsoft.com/office/drawing/2014/main" id="{26FEEE5C-15B3-8386-23D3-B6B236C668F2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4686300" y="266700"/>
            <a:ext cx="3500538" cy="6324600"/>
          </a:xfrm>
          <a:custGeom xmlns:a="http://schemas.openxmlformats.org/drawingml/2006/main">
            <a:gdLst>
              <a:gd name="connsiteX0" fmla="*/ 292116 w 3808553"/>
              <a:gd name="connsiteY0" fmla="*/ 0 h 6172200"/>
              <a:gd name="connsiteX1" fmla="*/ 3516437 w 3808553"/>
              <a:gd name="connsiteY1" fmla="*/ 0 h 6172200"/>
              <a:gd name="connsiteX2" fmla="*/ 3808553 w 3808553"/>
              <a:gd name="connsiteY2" fmla="*/ 292116 h 6172200"/>
              <a:gd name="connsiteX3" fmla="*/ 3808553 w 3808553"/>
              <a:gd name="connsiteY3" fmla="*/ 5880084 h 6172200"/>
              <a:gd name="connsiteX4" fmla="*/ 3516437 w 3808553"/>
              <a:gd name="connsiteY4" fmla="*/ 6172200 h 6172200"/>
              <a:gd name="connsiteX5" fmla="*/ 292116 w 3808553"/>
              <a:gd name="connsiteY5" fmla="*/ 6172200 h 6172200"/>
              <a:gd name="connsiteX6" fmla="*/ 0 w 3808553"/>
              <a:gd name="connsiteY6" fmla="*/ 5880084 h 6172200"/>
              <a:gd name="connsiteX7" fmla="*/ 0 w 3808553"/>
              <a:gd name="connsiteY7" fmla="*/ 292116 h 6172200"/>
              <a:gd name="connsiteX8" fmla="*/ 292116 w 3808553"/>
              <a:gd name="connsiteY8" fmla="*/ 0 h 6172200"/>
            </a:gdLst>
            <a:rect l="l" t="t" r="r" b="b"/>
            <a:pathLst>
              <a:path w="3808553" h="6172200">
                <a:moveTo>
                  <a:pt x="292116" y="0"/>
                </a:moveTo>
                <a:lnTo>
                  <a:pt x="3516437" y="0"/>
                </a:lnTo>
                <a:cubicBezTo>
                  <a:pt x="3677768" y="0"/>
                  <a:pt x="3808553" y="130785"/>
                  <a:pt x="3808553" y="292116"/>
                </a:cubicBezTo>
                <a:lnTo>
                  <a:pt x="3808553" y="5880084"/>
                </a:lnTo>
                <a:cubicBezTo>
                  <a:pt x="3808553" y="6041415"/>
                  <a:pt x="3677768" y="6172200"/>
                  <a:pt x="3516437" y="6172200"/>
                </a:cubicBezTo>
                <a:lnTo>
                  <a:pt x="292116" y="6172200"/>
                </a:lnTo>
                <a:cubicBezTo>
                  <a:pt x="130785" y="6172200"/>
                  <a:pt x="0" y="6041415"/>
                  <a:pt x="0" y="5880084"/>
                </a:cubicBezTo>
                <a:lnTo>
                  <a:pt x="0" y="292116"/>
                </a:lnTo>
                <a:cubicBezTo>
                  <a:pt x="0" y="130785"/>
                  <a:pt x="130785" y="0"/>
                  <a:pt x="292116" y="0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ddd73dc304874747">
              <a:alphaModFix amt="6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  <p:sp>
        <p:nvSpPr>
          <p:cNvPr id="8" name="Content Placeholder 7">
            <a:extLst xmlns:a="http://schemas.openxmlformats.org/drawingml/2006/main"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8461087" y="220870"/>
            <a:ext cx="3200400" cy="6055554"/>
          </a:xfrm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EAD283-6F5C-4FE7-96A5-7DA948460113}" type="datetime1">
              <a:t>01.10.2026</a:t>
            </a:fld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13755" y="219456"/>
            <a:ext cx="3891435" cy="1225339"/>
          </a:xfr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14" name="Picture Placeholder 13">
            <a:extLst xmlns:a="http://schemas.openxmlformats.org/drawingml/2006/main">
              <a:ext uri="{FF2B5EF4-FFF2-40B4-BE49-F238E27FC236}">
                <a16:creationId xmlns:a16="http://schemas.microsoft.com/office/drawing/2014/main" id="{B3BE62AC-2855-BB28-0282-25CA658273E5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270473" y="265176"/>
            <a:ext cx="6984636" cy="6327648"/>
          </a:xfrm>
          <a:custGeom xmlns:a="http://schemas.openxmlformats.org/drawingml/2006/main">
            <a:gdLst>
              <a:gd name="connsiteX0" fmla="*/ 302565 w 7228936"/>
              <a:gd name="connsiteY0" fmla="*/ 0 h 6316602"/>
              <a:gd name="connsiteX1" fmla="*/ 6926371 w 7228936"/>
              <a:gd name="connsiteY1" fmla="*/ 0 h 6316602"/>
              <a:gd name="connsiteX2" fmla="*/ 7228936 w 7228936"/>
              <a:gd name="connsiteY2" fmla="*/ 302565 h 6316602"/>
              <a:gd name="connsiteX3" fmla="*/ 7228936 w 7228936"/>
              <a:gd name="connsiteY3" fmla="*/ 6014037 h 6316602"/>
              <a:gd name="connsiteX4" fmla="*/ 6926371 w 7228936"/>
              <a:gd name="connsiteY4" fmla="*/ 6316602 h 6316602"/>
              <a:gd name="connsiteX5" fmla="*/ 302565 w 7228936"/>
              <a:gd name="connsiteY5" fmla="*/ 6316602 h 6316602"/>
              <a:gd name="connsiteX6" fmla="*/ 0 w 7228936"/>
              <a:gd name="connsiteY6" fmla="*/ 6014037 h 6316602"/>
              <a:gd name="connsiteX7" fmla="*/ 0 w 7228936"/>
              <a:gd name="connsiteY7" fmla="*/ 302565 h 6316602"/>
              <a:gd name="connsiteX8" fmla="*/ 302565 w 7228936"/>
              <a:gd name="connsiteY8" fmla="*/ 0 h 6316602"/>
            </a:gdLst>
            <a:rect l="l" t="t" r="r" b="b"/>
            <a:pathLst>
              <a:path w="7228936" h="6316602">
                <a:moveTo>
                  <a:pt x="302565" y="0"/>
                </a:moveTo>
                <a:lnTo>
                  <a:pt x="6926371" y="0"/>
                </a:lnTo>
                <a:cubicBezTo>
                  <a:pt x="7093473" y="0"/>
                  <a:pt x="7228936" y="135463"/>
                  <a:pt x="7228936" y="302565"/>
                </a:cubicBezTo>
                <a:lnTo>
                  <a:pt x="7228936" y="6014037"/>
                </a:lnTo>
                <a:cubicBezTo>
                  <a:pt x="7228936" y="6181139"/>
                  <a:pt x="7093473" y="6316602"/>
                  <a:pt x="6926371" y="6316602"/>
                </a:cubicBezTo>
                <a:lnTo>
                  <a:pt x="302565" y="6316602"/>
                </a:lnTo>
                <a:cubicBezTo>
                  <a:pt x="135463" y="6316602"/>
                  <a:pt x="0" y="6181139"/>
                  <a:pt x="0" y="6014037"/>
                </a:cubicBezTo>
                <a:lnTo>
                  <a:pt x="0" y="302565"/>
                </a:lnTo>
                <a:cubicBezTo>
                  <a:pt x="0" y="135463"/>
                  <a:pt x="135463" y="0"/>
                  <a:pt x="302565" y="0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6eb84af9a8264a49">
              <a:alphaModFix amt="6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  <p:sp>
        <p:nvSpPr>
          <p:cNvPr id="8" name="Content Placeholder 7">
            <a:extLst xmlns:a="http://schemas.openxmlformats.org/drawingml/2006/main"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7513753" y="1435652"/>
            <a:ext cx="3891435" cy="4833862"/>
          </a:xfrm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7515079" y="6387128"/>
            <a:ext cx="2703777" cy="3383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DDA65EB6-0C0C-4723-87DB-EADF164F8E5B}" type="datetime1">
              <a:t>01.10.2026</a:t>
            </a:fld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5854" y="219456"/>
            <a:ext cx="3234982" cy="1577218"/>
          </a:xfrm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8" name="Content Placeholder 7">
            <a:extLst xmlns:a="http://schemas.openxmlformats.org/drawingml/2006/main"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185854" y="1796675"/>
            <a:ext cx="3234982" cy="4471476"/>
          </a:xfrm>
        </p:spPr>
        <p:txBody>
          <a:bodyPr xmlns:a="http://schemas.openxmlformats.org/drawingml/2006/main" vert="horz" lIns="91440" tIns="45720" rIns="91440" bIns="45720" anchor="b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78705" y="6387128"/>
            <a:ext cx="2095770" cy="3383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2206416" y="6390795"/>
            <a:ext cx="1032084" cy="33832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F2CEB32D-B953-42BB-A23C-01EA4E11BFF7}" type="datetime1">
              <a:t>01.10.2026</a:t>
            </a:fld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238500" y="6390795"/>
            <a:ext cx="457200" cy="3383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  <p:sp>
        <p:nvSpPr>
          <p:cNvPr id="4" name="Picture Placeholder 3">
            <a:extLst xmlns:a="http://schemas.openxmlformats.org/drawingml/2006/main">
              <a:ext uri="{FF2B5EF4-FFF2-40B4-BE49-F238E27FC236}">
                <a16:creationId xmlns:a16="http://schemas.microsoft.com/office/drawing/2014/main" id="{65B0EC94-28E6-D665-7491-10A308B0B426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3965783" y="265176"/>
            <a:ext cx="7959517" cy="6327648"/>
          </a:xfrm>
          <a:custGeom xmlns:a="http://schemas.openxmlformats.org/drawingml/2006/main">
            <a:gdLst>
              <a:gd name="connsiteX0" fmla="*/ 267246 w 7391400"/>
              <a:gd name="connsiteY0" fmla="*/ 0 h 6172200"/>
              <a:gd name="connsiteX1" fmla="*/ 7124155 w 7391400"/>
              <a:gd name="connsiteY1" fmla="*/ 0 h 6172200"/>
              <a:gd name="connsiteX2" fmla="*/ 7391400 w 7391400"/>
              <a:gd name="connsiteY2" fmla="*/ 266886 h 6172200"/>
              <a:gd name="connsiteX3" fmla="*/ 7391400 w 7391400"/>
              <a:gd name="connsiteY3" fmla="*/ 5905314 h 6172200"/>
              <a:gd name="connsiteX4" fmla="*/ 7124155 w 7391400"/>
              <a:gd name="connsiteY4" fmla="*/ 6172200 h 6172200"/>
              <a:gd name="connsiteX5" fmla="*/ 267246 w 7391400"/>
              <a:gd name="connsiteY5" fmla="*/ 6172200 h 6172200"/>
              <a:gd name="connsiteX6" fmla="*/ 0 w 7391400"/>
              <a:gd name="connsiteY6" fmla="*/ 5905314 h 6172200"/>
              <a:gd name="connsiteX7" fmla="*/ 0 w 7391400"/>
              <a:gd name="connsiteY7" fmla="*/ 266886 h 6172200"/>
              <a:gd name="connsiteX8" fmla="*/ 267246 w 7391400"/>
              <a:gd name="connsiteY8" fmla="*/ 0 h 6172200"/>
            </a:gdLst>
            <a:rect l="l" t="t" r="r" b="b"/>
            <a:pathLst>
              <a:path w="7391400" h="6172200">
                <a:moveTo>
                  <a:pt x="267246" y="0"/>
                </a:moveTo>
                <a:lnTo>
                  <a:pt x="7124155" y="0"/>
                </a:lnTo>
                <a:cubicBezTo>
                  <a:pt x="7271750" y="0"/>
                  <a:pt x="7391400" y="119489"/>
                  <a:pt x="7391400" y="266886"/>
                </a:cubicBezTo>
                <a:lnTo>
                  <a:pt x="7391400" y="5905314"/>
                </a:lnTo>
                <a:cubicBezTo>
                  <a:pt x="7391400" y="6052711"/>
                  <a:pt x="7271750" y="6172200"/>
                  <a:pt x="7124155" y="6172200"/>
                </a:cubicBezTo>
                <a:lnTo>
                  <a:pt x="267246" y="6172200"/>
                </a:lnTo>
                <a:cubicBezTo>
                  <a:pt x="119650" y="6172200"/>
                  <a:pt x="0" y="6052711"/>
                  <a:pt x="0" y="5905314"/>
                </a:cubicBezTo>
                <a:lnTo>
                  <a:pt x="0" y="266886"/>
                </a:lnTo>
                <a:cubicBezTo>
                  <a:pt x="0" y="119489"/>
                  <a:pt x="119650" y="0"/>
                  <a:pt x="267246" y="0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030b8b490fa94be9">
              <a:alphaModFix amt="6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5878" y="216452"/>
            <a:ext cx="3381587" cy="2213524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>
              <a:buNone/>
              <a:defRPr sz="3000"/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8" name="Content Placeholder 7">
            <a:extLst xmlns:a="http://schemas.openxmlformats.org/drawingml/2006/main"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3962400" y="177492"/>
            <a:ext cx="7962900" cy="22860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285750" indent="-285750">
              <a:buFont typeface="Arial"/>
              <a:buChar char="•"/>
              <a:defRPr sz="1400"/>
            </a:lvl1pPr>
            <a:lvl2pPr marL="514350" indent="-285750">
              <a:buFont typeface="Arial"/>
              <a:buChar char="•"/>
              <a:defRPr sz="1400"/>
            </a:lvl2pPr>
            <a:lvl3pPr marL="742950" indent="-285750">
              <a:buFont typeface="Arial"/>
              <a:buChar char="•"/>
              <a:defRPr sz="1400"/>
            </a:lvl3pPr>
            <a:lvl4pPr marL="857250" indent="-171450">
              <a:buFont typeface="Arial"/>
              <a:buChar char="•"/>
              <a:defRPr sz="1400"/>
            </a:lvl4pPr>
            <a:lvl5pPr marL="1085850" indent="-171450">
              <a:buFont typeface="Arial"/>
              <a:buChar char="•"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85878" y="2513464"/>
            <a:ext cx="2805405" cy="3383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10230339" y="2516244"/>
            <a:ext cx="1284010" cy="3383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B12F209-C4FA-40C7-B9A5-2CBFF18E338A}" type="datetime1">
              <a:t>01.10.2026</a:t>
            </a:fld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09585" y="2513464"/>
            <a:ext cx="449306" cy="3383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  <p:sp>
        <p:nvSpPr>
          <p:cNvPr id="10" name="Picture Placeholder 9">
            <a:extLst xmlns:a="http://schemas.openxmlformats.org/drawingml/2006/main">
              <a:ext uri="{FF2B5EF4-FFF2-40B4-BE49-F238E27FC236}">
                <a16:creationId xmlns:a16="http://schemas.microsoft.com/office/drawing/2014/main" id="{EE56056E-3484-D9D0-95D5-818FF4C3C8D6}"/>
              </a:ext>
            </a:extLst>
          </p:cNvPr>
          <p:cNvSpPr>
            <a:spLocks xmlns:a="http://schemas.openxmlformats.org/drawingml/2006/main" noGrp="1"/>
          </p:cNvSpPr>
          <p:nvPr>
            <p:ph type="pic" idx="13" hasCustomPrompt="1"/>
          </p:nvPr>
        </p:nvSpPr>
        <p:spPr>
          <a:xfrm xmlns:a="http://schemas.openxmlformats.org/drawingml/2006/main">
            <a:off x="274220" y="2935280"/>
            <a:ext cx="11651080" cy="3656020"/>
          </a:xfrm>
          <a:custGeom xmlns:a="http://schemas.openxmlformats.org/drawingml/2006/main">
            <a:gdLst>
              <a:gd name="connsiteX0" fmla="*/ 298989 w 11651080"/>
              <a:gd name="connsiteY0" fmla="*/ 0 h 3656020"/>
              <a:gd name="connsiteX1" fmla="*/ 11352091 w 11651080"/>
              <a:gd name="connsiteY1" fmla="*/ 0 h 3656020"/>
              <a:gd name="connsiteX2" fmla="*/ 11651080 w 11651080"/>
              <a:gd name="connsiteY2" fmla="*/ 298989 h 3656020"/>
              <a:gd name="connsiteX3" fmla="*/ 11651080 w 11651080"/>
              <a:gd name="connsiteY3" fmla="*/ 3357031 h 3656020"/>
              <a:gd name="connsiteX4" fmla="*/ 11352091 w 11651080"/>
              <a:gd name="connsiteY4" fmla="*/ 3656020 h 3656020"/>
              <a:gd name="connsiteX5" fmla="*/ 298989 w 11651080"/>
              <a:gd name="connsiteY5" fmla="*/ 3656020 h 3656020"/>
              <a:gd name="connsiteX6" fmla="*/ 0 w 11651080"/>
              <a:gd name="connsiteY6" fmla="*/ 3357031 h 3656020"/>
              <a:gd name="connsiteX7" fmla="*/ 0 w 11651080"/>
              <a:gd name="connsiteY7" fmla="*/ 298989 h 3656020"/>
              <a:gd name="connsiteX8" fmla="*/ 298989 w 11651080"/>
              <a:gd name="connsiteY8" fmla="*/ 0 h 3656020"/>
            </a:gdLst>
            <a:rect l="l" t="t" r="r" b="b"/>
            <a:pathLst>
              <a:path w="11651080" h="3656020">
                <a:moveTo>
                  <a:pt x="298989" y="0"/>
                </a:moveTo>
                <a:lnTo>
                  <a:pt x="11352091" y="0"/>
                </a:lnTo>
                <a:cubicBezTo>
                  <a:pt x="11517218" y="0"/>
                  <a:pt x="11651080" y="133862"/>
                  <a:pt x="11651080" y="298989"/>
                </a:cubicBezTo>
                <a:lnTo>
                  <a:pt x="11651080" y="3357031"/>
                </a:lnTo>
                <a:cubicBezTo>
                  <a:pt x="11651080" y="3522158"/>
                  <a:pt x="11517218" y="3656020"/>
                  <a:pt x="11352091" y="3656020"/>
                </a:cubicBezTo>
                <a:lnTo>
                  <a:pt x="298989" y="3656020"/>
                </a:lnTo>
                <a:cubicBezTo>
                  <a:pt x="133862" y="3656020"/>
                  <a:pt x="0" y="3522158"/>
                  <a:pt x="0" y="3357031"/>
                </a:cubicBezTo>
                <a:lnTo>
                  <a:pt x="0" y="298989"/>
                </a:lnTo>
                <a:cubicBezTo>
                  <a:pt x="0" y="133862"/>
                  <a:pt x="133862" y="0"/>
                  <a:pt x="298989" y="0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7b732bff0a5440ed">
              <a:alphaModFix amt="6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" y="219456"/>
            <a:ext cx="3172641" cy="3145019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>
              <a:buNone/>
              <a:defRPr sz="3000"/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10" name="Picture Placeholder 9">
            <a:extLst xmlns:a="http://schemas.openxmlformats.org/drawingml/2006/main">
              <a:ext uri="{FF2B5EF4-FFF2-40B4-BE49-F238E27FC236}">
                <a16:creationId xmlns:a16="http://schemas.microsoft.com/office/drawing/2014/main" id="{A95997E6-BE07-E83F-D207-0CADA004E02A}"/>
              </a:ext>
            </a:extLst>
          </p:cNvPr>
          <p:cNvSpPr>
            <a:spLocks xmlns:a="http://schemas.openxmlformats.org/drawingml/2006/main" noGrp="1"/>
          </p:cNvSpPr>
          <p:nvPr>
            <p:ph type="pic" idx="15" hasCustomPrompt="1"/>
          </p:nvPr>
        </p:nvSpPr>
        <p:spPr>
          <a:xfrm xmlns:a="http://schemas.openxmlformats.org/drawingml/2006/main">
            <a:off x="4000500" y="265332"/>
            <a:ext cx="7924800" cy="3095837"/>
          </a:xfrm>
          <a:custGeom xmlns:a="http://schemas.openxmlformats.org/drawingml/2006/main">
            <a:gdLst>
              <a:gd name="connsiteX0" fmla="*/ 282309 w 8229600"/>
              <a:gd name="connsiteY0" fmla="*/ 0 h 3095837"/>
              <a:gd name="connsiteX1" fmla="*/ 7947291 w 8229600"/>
              <a:gd name="connsiteY1" fmla="*/ 0 h 3095837"/>
              <a:gd name="connsiteX2" fmla="*/ 8229600 w 8229600"/>
              <a:gd name="connsiteY2" fmla="*/ 282309 h 3095837"/>
              <a:gd name="connsiteX3" fmla="*/ 8229600 w 8229600"/>
              <a:gd name="connsiteY3" fmla="*/ 2813528 h 3095837"/>
              <a:gd name="connsiteX4" fmla="*/ 7947291 w 8229600"/>
              <a:gd name="connsiteY4" fmla="*/ 3095837 h 3095837"/>
              <a:gd name="connsiteX5" fmla="*/ 282309 w 8229600"/>
              <a:gd name="connsiteY5" fmla="*/ 3095837 h 3095837"/>
              <a:gd name="connsiteX6" fmla="*/ 0 w 8229600"/>
              <a:gd name="connsiteY6" fmla="*/ 2813528 h 3095837"/>
              <a:gd name="connsiteX7" fmla="*/ 0 w 8229600"/>
              <a:gd name="connsiteY7" fmla="*/ 282309 h 3095837"/>
              <a:gd name="connsiteX8" fmla="*/ 282309 w 8229600"/>
              <a:gd name="connsiteY8" fmla="*/ 0 h 3095837"/>
            </a:gdLst>
            <a:rect l="l" t="t" r="r" b="b"/>
            <a:pathLst>
              <a:path w="8229600" h="3095837">
                <a:moveTo>
                  <a:pt x="282309" y="0"/>
                </a:moveTo>
                <a:lnTo>
                  <a:pt x="7947291" y="0"/>
                </a:lnTo>
                <a:cubicBezTo>
                  <a:pt x="8103206" y="0"/>
                  <a:pt x="8229600" y="126394"/>
                  <a:pt x="8229600" y="282309"/>
                </a:cubicBezTo>
                <a:lnTo>
                  <a:pt x="8229600" y="2813528"/>
                </a:lnTo>
                <a:cubicBezTo>
                  <a:pt x="8229600" y="2969443"/>
                  <a:pt x="8103206" y="3095837"/>
                  <a:pt x="7947291" y="3095837"/>
                </a:cubicBezTo>
                <a:lnTo>
                  <a:pt x="282309" y="3095837"/>
                </a:lnTo>
                <a:cubicBezTo>
                  <a:pt x="126394" y="3095837"/>
                  <a:pt x="0" y="2969443"/>
                  <a:pt x="0" y="2813528"/>
                </a:cubicBezTo>
                <a:lnTo>
                  <a:pt x="0" y="282309"/>
                </a:lnTo>
                <a:cubicBezTo>
                  <a:pt x="0" y="126394"/>
                  <a:pt x="126394" y="0"/>
                  <a:pt x="282309" y="0"/>
                </a:cubicBezTo>
                <a:close/>
              </a:path>
            </a:pathLst>
          </a:custGeom>
          <a:blipFill xmlns:a="http://schemas.openxmlformats.org/drawingml/2006/main" rotWithShape="1">
            <a:blip xmlns:r="http://schemas.openxmlformats.org/officeDocument/2006/relationships" r:embed="R6474413bb8f84700">
              <a:alphaModFix amt="60000"/>
            </a:blip>
            <a:srcRect l="0" t="0" r="0" b="0"/>
            <a:stretch>
              <a:fillRect l="0" t="0" r="0" b="0"/>
            </a:stretch>
          </a:blipFill>
        </p:spPr>
        <p:txBody>
          <a:bodyPr xmlns:a="http://schemas.openxmlformats.org/drawingml/2006/main" wrap="square">
            <a:noAutofit/>
          </a:bodyPr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r>
              <a:t> </a:t>
            </a:r>
          </a:p>
        </p:txBody>
      </p:sp>
      <p:sp>
        <p:nvSpPr>
          <p:cNvPr id="8" name="Content Placeholder 7">
            <a:extLst xmlns:a="http://schemas.openxmlformats.org/drawingml/2006/main"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3914565" y="3543597"/>
            <a:ext cx="8010734" cy="2843531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CB83988-88B5-4B4B-8004-AD74D8DCA8B3}" type="datetime1">
              <a:t>01.10.2026</a:t>
            </a:fld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ectangle: Rounded Corners 5">
            <a:extLst xmlns:a="http://schemas.openxmlformats.org/drawingml/2006/main">
              <a:ext uri="{FF2B5EF4-FFF2-40B4-BE49-F238E27FC236}">
                <a16:creationId xmlns:a16="http://schemas.microsoft.com/office/drawing/2014/main" id="{0E5778B4-3E3F-C3EF-5322-2ECFF646D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821" y="760151"/>
            <a:ext cx="9728359" cy="4233673"/>
          </a:xfrm>
          <a:prstGeom xmlns:a="http://schemas.openxmlformats.org/drawingml/2006/main" prst="roundRect">
            <a:avLst>
              <a:gd name="adj" fmla="val 750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25400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strike="noStrike" kern="1200" cap="none" spc="0" baseline="0">
              <a:ln>
                <a:noFill/>
              </a:ln>
              <a:solidFill>
                <a:srgbClr val="F0EDE6"/>
              </a:solidFill>
              <a:latin typeface="Neue Haas Grotesk Text Pro"/>
              <a:ea typeface="Neue Haas Grotesk Text Pro"/>
              <a:cs typeface="Neue Haas Grotesk Text Pro"/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2242A1-A384-8CB1-904B-45EEDF23C3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446276" y="5255159"/>
            <a:ext cx="9299448" cy="1025326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buNone/>
              <a:defRPr sz="2400" spc="-50" baseline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7" name="Content Placeholder 6">
            <a:extLst xmlns:a="http://schemas.openxmlformats.org/drawingml/2006/main">
              <a:ext uri="{FF2B5EF4-FFF2-40B4-BE49-F238E27FC236}">
                <a16:creationId xmlns:a16="http://schemas.microsoft.com/office/drawing/2014/main" id="{76F59BDE-94E7-56D6-3D7F-6145311BA2D8}"/>
              </a:ext>
            </a:extLst>
          </p:cNvPr>
          <p:cNvSpPr>
            <a:spLocks xmlns:a="http://schemas.openxmlformats.org/drawingml/2006/main" noGrp="1"/>
          </p:cNvSpPr>
          <p:nvPr>
            <p:ph idx="13" hasCustomPrompt="1"/>
          </p:nvPr>
        </p:nvSpPr>
        <p:spPr>
          <a:xfrm xmlns:a="http://schemas.openxmlformats.org/drawingml/2006/main">
            <a:off x="1446276" y="1293091"/>
            <a:ext cx="9299448" cy="3943921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marL="0" indent="0" algn="ctr">
              <a:lnSpc>
                <a:spcPct val="80000"/>
              </a:lnSpc>
              <a:buNone/>
              <a:defRPr sz="26000" spc="-100" baseline="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XX%</a:t>
            </a:r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298FEDD-BD0E-44D0-8A43-43D2423273A1}" type="datetime1">
              <a:t>01.10.2026</a:t>
            </a:fld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>
  <p:cSld name="Statem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2648" y="-1133856"/>
            <a:ext cx="10652760" cy="914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7" name="Content Placeholder 6">
            <a:extLst xmlns:a="http://schemas.openxmlformats.org/drawingml/2006/main"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xmlns:a="http://schemas.openxmlformats.org/drawingml/2006/main" noGrp="1"/>
          </p:cNvSpPr>
          <p:nvPr>
            <p:ph idx="13" hasCustomPrompt="1"/>
          </p:nvPr>
        </p:nvSpPr>
        <p:spPr>
          <a:xfrm xmlns:a="http://schemas.openxmlformats.org/drawingml/2006/main">
            <a:off x="182880" y="173736"/>
            <a:ext cx="10475499" cy="4850651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 marL="0" indent="0">
              <a:lnSpc>
                <a:spcPct val="90000"/>
              </a:lnSpc>
              <a:buNone/>
              <a:defRPr sz="7600" b="0" cap="none" spc="-50" baseline="0"/>
            </a:lvl1pPr>
            <a:lvl2pPr marL="228600" indent="0">
              <a:lnSpc>
                <a:spcPct val="90000"/>
              </a:lnSpc>
              <a:buNone/>
              <a:defRPr sz="6600" b="0" cap="none" spc="-50" baseline="0"/>
            </a:lvl2pPr>
            <a:lvl3pPr marL="457200" indent="0">
              <a:lnSpc>
                <a:spcPct val="90000"/>
              </a:lnSpc>
              <a:buNone/>
              <a:defRPr sz="6000" b="0" cap="none" spc="-50" baseline="0"/>
            </a:lvl3pPr>
            <a:lvl4pPr marL="685800" indent="0">
              <a:lnSpc>
                <a:spcPct val="90000"/>
              </a:lnSpc>
              <a:buNone/>
              <a:defRPr sz="5400" b="0" cap="none" spc="-50" baseline="0"/>
            </a:lvl4pPr>
            <a:lvl5pPr marL="914400" indent="0">
              <a:lnSpc>
                <a:spcPct val="90000"/>
              </a:lnSpc>
              <a:buNone/>
              <a:defRPr sz="4800" b="0" cap="none" spc="-50" baseline="0"/>
            </a:lvl5pPr>
          </a:lstStyle>
          <a:p xmlns:a="http://schemas.openxmlformats.org/drawingml/2006/main">
            <a:pPr lvl="0">
              <a:buNone/>
            </a:pPr>
            <a:r>
              <a:t>Click to edit Statement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04A568-6778-4326-8F60-A8331F338313}" type="datetime1">
              <a:t>01.10.2026</a:t>
            </a:fld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21.xml><?xml version="1.0" encoding="utf-8"?>
<p:sldLayout xmlns:p="http://schemas.openxmlformats.org/presentationml/2006/main" preserve="1">
  <p:cSld name="Quo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388784" y="5029200"/>
            <a:ext cx="9198864" cy="713232"/>
          </a:xfrm>
        </p:spPr>
        <p:txBody>
          <a:bodyPr xmlns:a="http://schemas.openxmlformats.org/drawingml/2006/main" anchor="t">
            <a:normAutofit/>
          </a:bodyPr>
          <a:lstStyle xmlns:a="http://schemas.openxmlformats.org/drawingml/2006/main">
            <a:lvl1pPr>
              <a:lnSpc>
                <a:spcPct val="90000"/>
              </a:lnSpc>
              <a:buNone/>
              <a:defRPr sz="2000" b="1" spc="-50" baseline="0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Quote Author</a:t>
            </a:r>
          </a:p>
        </p:txBody>
      </p:sp>
      <p:sp>
        <p:nvSpPr>
          <p:cNvPr id="7" name="Content Placeholder 6">
            <a:extLst xmlns:a="http://schemas.openxmlformats.org/drawingml/2006/main"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xmlns:a="http://schemas.openxmlformats.org/drawingml/2006/main" noGrp="1"/>
          </p:cNvSpPr>
          <p:nvPr>
            <p:ph idx="13" hasCustomPrompt="1"/>
          </p:nvPr>
        </p:nvSpPr>
        <p:spPr>
          <a:xfrm xmlns:a="http://schemas.openxmlformats.org/drawingml/2006/main">
            <a:off x="1388784" y="1115568"/>
            <a:ext cx="9198864" cy="3584448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marL="137160" indent="-137160">
              <a:lnSpc>
                <a:spcPct val="90000"/>
              </a:lnSpc>
              <a:spcBef>
                <a:spcPts val="0"/>
              </a:spcBef>
              <a:buFont typeface="Arial"/>
              <a:buNone/>
              <a:defRPr sz="5000" spc="-50" baseline="0"/>
            </a:lvl1pPr>
          </a:lstStyle>
          <a:p xmlns:a="http://schemas.openxmlformats.org/drawingml/2006/main">
            <a:pPr lvl="0">
              <a:buNone/>
            </a:pPr>
            <a:r>
              <a:t>Click to edit Quote</a:t>
            </a:r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4CB9AFD-B43D-4A4E-A9CC-7CDD69DA6899}" type="datetime1">
              <a:t>01.10.2026</a:t>
            </a:fld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" y="219456"/>
            <a:ext cx="11326704" cy="104156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8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2E940BF-81C2-1FFB-391F-670B2E738E5C}"/>
              </a:ext>
            </a:extLst>
          </p:cNvPr>
          <p:cNvSpPr>
            <a:spLocks xmlns:a="http://schemas.openxmlformats.org/drawingml/2006/main" noGrp="1"/>
          </p:cNvSpPr>
          <p:nvPr>
            <p:ph idx="15"/>
          </p:nvPr>
        </p:nvSpPr>
        <p:spPr>
          <a:xfrm xmlns:a="http://schemas.openxmlformats.org/drawingml/2006/main">
            <a:off x="182880" y="1645920"/>
            <a:ext cx="5420409" cy="4741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12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B763AB3-1DFB-9F9F-2339-33F3C49C8C10}"/>
              </a:ext>
            </a:extLst>
          </p:cNvPr>
          <p:cNvSpPr>
            <a:spLocks xmlns:a="http://schemas.openxmlformats.org/drawingml/2006/main" noGrp="1"/>
          </p:cNvSpPr>
          <p:nvPr>
            <p:ph idx="16"/>
          </p:nvPr>
        </p:nvSpPr>
        <p:spPr>
          <a:xfrm xmlns:a="http://schemas.openxmlformats.org/drawingml/2006/main">
            <a:off x="6248400" y="1645920"/>
            <a:ext cx="5261184" cy="4741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AAA61A5-2D62-4D26-A7C0-AD45D16A75BB}" type="datetime1">
              <a:t>01.10.2026</a:t>
            </a:fld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23.xml><?xml version="1.0" encoding="utf-8"?>
<p:sldLayout xmlns:p="http://schemas.openxmlformats.org/presentationml/2006/main" preserve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1186" y="219456"/>
            <a:ext cx="11274552" cy="7898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81185" y="1009307"/>
            <a:ext cx="5212080" cy="559834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A39E64-722E-F001-F641-974F5225314A}"/>
              </a:ext>
            </a:extLst>
          </p:cNvPr>
          <p:cNvSpPr>
            <a:spLocks xmlns:a="http://schemas.openxmlformats.org/drawingml/2006/main" noGrp="1"/>
          </p:cNvSpPr>
          <p:nvPr>
            <p:ph idx="15"/>
          </p:nvPr>
        </p:nvSpPr>
        <p:spPr>
          <a:xfrm xmlns:a="http://schemas.openxmlformats.org/drawingml/2006/main">
            <a:off x="181631" y="1649451"/>
            <a:ext cx="5212080" cy="4343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245352" y="1009307"/>
            <a:ext cx="5212080" cy="559834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B9C0BFD-5C7B-FA0D-DCE8-95D24728FEB0}"/>
              </a:ext>
            </a:extLst>
          </p:cNvPr>
          <p:cNvSpPr>
            <a:spLocks xmlns:a="http://schemas.openxmlformats.org/drawingml/2006/main" noGrp="1"/>
          </p:cNvSpPr>
          <p:nvPr>
            <p:ph idx="16"/>
          </p:nvPr>
        </p:nvSpPr>
        <p:spPr>
          <a:xfrm xmlns:a="http://schemas.openxmlformats.org/drawingml/2006/main">
            <a:off x="6245352" y="1649451"/>
            <a:ext cx="5212080" cy="43434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FBDD8A3-B7B6-45A0-9AB1-D949B0E67CE8}" type="datetime1">
              <a:t>01.10.2026</a:t>
            </a:fld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182F61C-F6E6-4155-9694-A3D31334F45B}" type="datetime1">
              <a:t>01.10.2026</a:t>
            </a:fld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3192F0B-BD47-4551-8555-95C7C7A64F41}" type="datetime1">
              <a:t>01.10.2026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preserve="1">
  <p:cSld name="Conclusion">
    <p:bg>
      <p:bgRef idx="1001">
        <a:schemeClr xmlns:a="http://schemas.openxmlformats.org/drawingml/2006/main" val="bg2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67861" y="207228"/>
            <a:ext cx="11001943" cy="1790700"/>
          </a:xfrm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lvl1pPr>
              <a:buNone/>
              <a:defRPr sz="7200"/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8" name="Content Placeholder 7">
            <a:extLst xmlns:a="http://schemas.openxmlformats.org/drawingml/2006/main"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1022195" y="3264408"/>
            <a:ext cx="10147610" cy="2834640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6B9F61-8169-4783-B8C4-4A18C4026503}" type="datetime1">
              <a:t>01.10.2026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preserve="1">
  <p:cSld name="Conclusion 2">
    <p:bg>
      <p:bgRef idx="1001">
        <a:schemeClr xmlns:a="http://schemas.openxmlformats.org/drawingml/2006/main" val="bg2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15580" y="1089247"/>
            <a:ext cx="6360840" cy="2171716"/>
          </a:xfrm>
        </p:spPr>
        <p:txBody>
          <a:bodyPr xmlns:a="http://schemas.openxmlformats.org/drawingml/2006/main" anchor="b">
            <a:noAutofit/>
          </a:bodyPr>
          <a:lstStyle xmlns:a="http://schemas.openxmlformats.org/drawingml/2006/main">
            <a:lvl1pPr algn="ctr">
              <a:buNone/>
              <a:defRPr sz="7200"/>
            </a:lvl1pPr>
          </a:lstStyle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7" name="Content Placeholder 6">
            <a:extLst xmlns:a="http://schemas.openxmlformats.org/drawingml/2006/main"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xmlns:a="http://schemas.openxmlformats.org/drawingml/2006/main" noGrp="1"/>
          </p:cNvSpPr>
          <p:nvPr>
            <p:ph idx="14"/>
          </p:nvPr>
        </p:nvSpPr>
        <p:spPr>
          <a:xfrm xmlns:a="http://schemas.openxmlformats.org/drawingml/2006/main">
            <a:off x="3322864" y="3499880"/>
            <a:ext cx="5543550" cy="1771650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0" indent="0" algn="ctr">
              <a:buNone/>
              <a:defRPr sz="1600"/>
            </a:lvl1pPr>
            <a:lvl2pPr marL="228600" indent="0" algn="ctr">
              <a:buNone/>
              <a:defRPr sz="1600"/>
            </a:lvl2pPr>
            <a:lvl3pPr marL="457200" indent="0" algn="ctr">
              <a:buNone/>
              <a:defRPr sz="1600"/>
            </a:lvl3pPr>
            <a:lvl4pPr marL="685800" indent="0" algn="ctr">
              <a:buNone/>
              <a:defRPr sz="1600"/>
            </a:lvl4pPr>
            <a:lvl5pPr marL="914400" indent="0" algn="ctr"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F91BE9E-5F37-42CD-AF01-61AA02B5BBED}" type="datetime1">
              <a:t>01.10.2026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499fe4911d464a" /><Relationship Type="http://schemas.openxmlformats.org/officeDocument/2006/relationships/slideLayout" Target="/ppt/slideLayouts/slideLayout1.xml" Id="R5b3f8f183bad4a0a" /><Relationship Type="http://schemas.openxmlformats.org/officeDocument/2006/relationships/slideLayout" Target="/ppt/slideLayouts/slideLayout2.xml" Id="Rfb7c830c9acd4776" /><Relationship Type="http://schemas.openxmlformats.org/officeDocument/2006/relationships/slideLayout" Target="/ppt/slideLayouts/slideLayout3.xml" Id="R7311566e5bca48ac" /><Relationship Type="http://schemas.openxmlformats.org/officeDocument/2006/relationships/slideLayout" Target="/ppt/slideLayouts/slideLayout4.xml" Id="R674bc449f83b4d1c" /><Relationship Type="http://schemas.openxmlformats.org/officeDocument/2006/relationships/slideLayout" Target="/ppt/slideLayouts/slideLayout5.xml" Id="Ra431d83b2cb04bb5" /><Relationship Type="http://schemas.openxmlformats.org/officeDocument/2006/relationships/slideLayout" Target="/ppt/slideLayouts/slideLayout6.xml" Id="R171873ac18654924" /><Relationship Type="http://schemas.openxmlformats.org/officeDocument/2006/relationships/slideLayout" Target="/ppt/slideLayouts/slideLayout7.xml" Id="R1cbff37fa9bd4ffa" /><Relationship Type="http://schemas.openxmlformats.org/officeDocument/2006/relationships/slideLayout" Target="/ppt/slideLayouts/slideLayout8.xml" Id="Rd944b68da17141e9" /><Relationship Type="http://schemas.openxmlformats.org/officeDocument/2006/relationships/slideLayout" Target="/ppt/slideLayouts/slideLayout9.xml" Id="Rb92ed3794b444e40" /><Relationship Type="http://schemas.openxmlformats.org/officeDocument/2006/relationships/slideLayout" Target="/ppt/slideLayouts/slideLayout10.xml" Id="R7964b814bada4719" /><Relationship Type="http://schemas.openxmlformats.org/officeDocument/2006/relationships/slideLayout" Target="/ppt/slideLayouts/slideLayout11.xml" Id="R83371185d2414972" /><Relationship Type="http://schemas.openxmlformats.org/officeDocument/2006/relationships/slideLayout" Target="/ppt/slideLayouts/slideLayout12.xml" Id="R03d0862c1fa44403" /><Relationship Type="http://schemas.openxmlformats.org/officeDocument/2006/relationships/slideLayout" Target="/ppt/slideLayouts/slideLayout13.xml" Id="Rc073e9fde597468d" /><Relationship Type="http://schemas.openxmlformats.org/officeDocument/2006/relationships/slideLayout" Target="/ppt/slideLayouts/slideLayout14.xml" Id="R8aab62e71e964694" /><Relationship Type="http://schemas.openxmlformats.org/officeDocument/2006/relationships/slideLayout" Target="/ppt/slideLayouts/slideLayout15.xml" Id="R3bc14531d2434e1a" /><Relationship Type="http://schemas.openxmlformats.org/officeDocument/2006/relationships/slideLayout" Target="/ppt/slideLayouts/slideLayout16.xml" Id="Rd2a9d4402d86400f" /><Relationship Type="http://schemas.openxmlformats.org/officeDocument/2006/relationships/slideLayout" Target="/ppt/slideLayouts/slideLayout17.xml" Id="Rbe2e11723adb4e0a" /><Relationship Type="http://schemas.openxmlformats.org/officeDocument/2006/relationships/slideLayout" Target="/ppt/slideLayouts/slideLayout18.xml" Id="R91b24aa1f4624211" /><Relationship Type="http://schemas.openxmlformats.org/officeDocument/2006/relationships/slideLayout" Target="/ppt/slideLayouts/slideLayout19.xml" Id="Rd7b68f1ae2c942f9" /><Relationship Type="http://schemas.openxmlformats.org/officeDocument/2006/relationships/slideLayout" Target="/ppt/slideLayouts/slideLayout20.xml" Id="R98ef223f40f14411" /><Relationship Type="http://schemas.openxmlformats.org/officeDocument/2006/relationships/slideLayout" Target="/ppt/slideLayouts/slideLayout21.xml" Id="Rda3dac94c1a942ad" /><Relationship Type="http://schemas.openxmlformats.org/officeDocument/2006/relationships/slideLayout" Target="/ppt/slideLayouts/slideLayout22.xml" Id="Rca135d0a5d724a52" /><Relationship Type="http://schemas.openxmlformats.org/officeDocument/2006/relationships/slideLayout" Target="/ppt/slideLayouts/slideLayout23.xml" Id="R368d1f40a8f0469f" /><Relationship Type="http://schemas.openxmlformats.org/officeDocument/2006/relationships/slideLayout" Target="/ppt/slideLayouts/slideLayout24.xml" Id="Rea8415416bf14e01" /><Relationship Type="http://schemas.openxmlformats.org/officeDocument/2006/relationships/slideLayout" Target="/ppt/slideLayouts/slideLayout25.xml" Id="R5bd4b30fd5e74cc0" /><Relationship Type="http://schemas.openxmlformats.org/officeDocument/2006/relationships/slideLayout" Target="/ppt/slideLayouts/slideLayout26.xml" Id="Rd50f4f0e2a8e46ec" /><Relationship Type="http://schemas.openxmlformats.org/officeDocument/2006/relationships/slideLayout" Target="/ppt/slideLayouts/slideLayout27.xml" Id="R40a57fd362fb4ec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880" y="219456"/>
            <a:ext cx="10835640" cy="9692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t">
            <a:norm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82880" y="1183206"/>
            <a:ext cx="10835640" cy="508867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78704" y="6387128"/>
            <a:ext cx="2703777" cy="33832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5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10477500" y="6387128"/>
            <a:ext cx="1032084" cy="33832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75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A14468A-DEFC-459E-8886-652A759B4AEF}" type="datetime1">
              <a:t>01.10.2026</a:t>
            </a:fld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509584" y="6387128"/>
            <a:ext cx="457200" cy="33832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75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E294C9D9-2DEA-415A-A3DF-2372EDC3FB1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3f8f183bad4a0a"/>
    <p:sldLayoutId xmlns:r="http://schemas.openxmlformats.org/officeDocument/2006/relationships" id="2147483650" r:id="Rfb7c830c9acd4776"/>
    <p:sldLayoutId xmlns:r="http://schemas.openxmlformats.org/officeDocument/2006/relationships" id="2147483651" r:id="R7311566e5bca48ac"/>
    <p:sldLayoutId xmlns:r="http://schemas.openxmlformats.org/officeDocument/2006/relationships" id="2147483652" r:id="R674bc449f83b4d1c"/>
    <p:sldLayoutId xmlns:r="http://schemas.openxmlformats.org/officeDocument/2006/relationships" id="2147483653" r:id="Ra431d83b2cb04bb5"/>
    <p:sldLayoutId xmlns:r="http://schemas.openxmlformats.org/officeDocument/2006/relationships" id="2147483654" r:id="R171873ac18654924"/>
    <p:sldLayoutId xmlns:r="http://schemas.openxmlformats.org/officeDocument/2006/relationships" id="2147483655" r:id="R1cbff37fa9bd4ffa"/>
    <p:sldLayoutId xmlns:r="http://schemas.openxmlformats.org/officeDocument/2006/relationships" id="2147483656" r:id="Rd944b68da17141e9"/>
    <p:sldLayoutId xmlns:r="http://schemas.openxmlformats.org/officeDocument/2006/relationships" id="2147483657" r:id="Rb92ed3794b444e40"/>
    <p:sldLayoutId xmlns:r="http://schemas.openxmlformats.org/officeDocument/2006/relationships" id="2147483658" r:id="R7964b814bada4719"/>
    <p:sldLayoutId xmlns:r="http://schemas.openxmlformats.org/officeDocument/2006/relationships" id="2147483659" r:id="R83371185d2414972"/>
    <p:sldLayoutId xmlns:r="http://schemas.openxmlformats.org/officeDocument/2006/relationships" id="2147483660" r:id="R03d0862c1fa44403"/>
    <p:sldLayoutId xmlns:r="http://schemas.openxmlformats.org/officeDocument/2006/relationships" id="2147483661" r:id="Rc073e9fde597468d"/>
    <p:sldLayoutId xmlns:r="http://schemas.openxmlformats.org/officeDocument/2006/relationships" id="2147483662" r:id="R8aab62e71e964694"/>
    <p:sldLayoutId xmlns:r="http://schemas.openxmlformats.org/officeDocument/2006/relationships" id="2147483663" r:id="R3bc14531d2434e1a"/>
    <p:sldLayoutId xmlns:r="http://schemas.openxmlformats.org/officeDocument/2006/relationships" id="2147483664" r:id="Rd2a9d4402d86400f"/>
    <p:sldLayoutId xmlns:r="http://schemas.openxmlformats.org/officeDocument/2006/relationships" id="2147483665" r:id="Rbe2e11723adb4e0a"/>
    <p:sldLayoutId xmlns:r="http://schemas.openxmlformats.org/officeDocument/2006/relationships" id="2147483666" r:id="R91b24aa1f4624211"/>
    <p:sldLayoutId xmlns:r="http://schemas.openxmlformats.org/officeDocument/2006/relationships" id="2147483667" r:id="Rd7b68f1ae2c942f9"/>
    <p:sldLayoutId xmlns:r="http://schemas.openxmlformats.org/officeDocument/2006/relationships" id="2147483668" r:id="R98ef223f40f14411"/>
    <p:sldLayoutId xmlns:r="http://schemas.openxmlformats.org/officeDocument/2006/relationships" id="2147483669" r:id="Rda3dac94c1a942ad"/>
    <p:sldLayoutId xmlns:r="http://schemas.openxmlformats.org/officeDocument/2006/relationships" id="2147483670" r:id="Rca135d0a5d724a52"/>
    <p:sldLayoutId xmlns:r="http://schemas.openxmlformats.org/officeDocument/2006/relationships" id="2147483671" r:id="R368d1f40a8f0469f"/>
    <p:sldLayoutId xmlns:r="http://schemas.openxmlformats.org/officeDocument/2006/relationships" id="2147483672" r:id="Rea8415416bf14e01"/>
    <p:sldLayoutId xmlns:r="http://schemas.openxmlformats.org/officeDocument/2006/relationships" id="2147483673" r:id="R5bd4b30fd5e74cc0"/>
    <p:sldLayoutId xmlns:r="http://schemas.openxmlformats.org/officeDocument/2006/relationships" id="2147483674" r:id="Rd50f4f0e2a8e46ec"/>
    <p:sldLayoutId xmlns:r="http://schemas.openxmlformats.org/officeDocument/2006/relationships" id="2147483675" r:id="R40a57fd362fb4ecf"/>
  </p:sldLayoutIdLst>
  <p:hf hdr="0" ftr="0" dt="0"/>
  <p:txStyles>
    <p:titleStyle>
      <a:lvl1pPr xmlns:a="http://schemas.openxmlformats.org/drawingml/2006/main" algn="l" defTabSz="914400">
        <a:lnSpc>
          <a:spcPct val="85000"/>
        </a:lnSpc>
        <a:spcBef>
          <a:spcPct val="0"/>
        </a:spcBef>
        <a:buNone/>
        <a:defRPr sz="3000" b="0" kern="1200" spc="-100" baseline="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85750" indent="-285750" algn="l" defTabSz="914400">
        <a:lnSpc>
          <a:spcPct val="120000"/>
        </a:lnSpc>
        <a:spcBef>
          <a:spcPts val="1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7429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9715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200150" indent="-285750" algn="l" defTabSz="914400">
        <a:lnSpc>
          <a:spcPct val="120000"/>
        </a:lnSpc>
        <a:spcBef>
          <a:spcPts val="5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3" pos="168">
          <p15:clr>
            <a:srgbClr xmlns:a="http://schemas.openxmlformats.org/drawingml/2006/main" val="F26B43"/>
          </p15:clr>
        </p15:guide>
        <p15:guide id="4" orient="horz" pos="168">
          <p15:clr>
            <a:srgbClr xmlns:a="http://schemas.openxmlformats.org/drawingml/2006/main" val="F26B43"/>
          </p15:clr>
        </p15:guide>
        <p15:guide id="5" pos="7512">
          <p15:clr>
            <a:srgbClr xmlns:a="http://schemas.openxmlformats.org/drawingml/2006/main" val="F26B43"/>
          </p15:clr>
        </p15:guide>
        <p15:guide id="6" orient="horz" pos="4152">
          <p15:clr>
            <a:srgbClr xmlns:a="http://schemas.openxmlformats.org/drawingml/2006/main" val="F26B43"/>
          </p15:clr>
        </p15:guide>
        <p15:guide id="12" pos="4728">
          <p15:clr>
            <a:srgbClr xmlns:a="http://schemas.openxmlformats.org/drawingml/2006/main" val="F26B43"/>
          </p15:clr>
        </p15:guide>
        <p15:guide id="13" pos="5328">
          <p15:clr>
            <a:srgbClr xmlns:a="http://schemas.openxmlformats.org/drawingml/2006/main" val="F26B43"/>
          </p15:clr>
        </p15:guide>
        <p15:guide id="26" pos="2952">
          <p15:clr>
            <a:srgbClr xmlns:a="http://schemas.openxmlformats.org/drawingml/2006/main" val="F26B43"/>
          </p15:clr>
        </p15:guide>
        <p15:guide id="27" pos="3096">
          <p15:clr>
            <a:srgbClr xmlns:a="http://schemas.openxmlformats.org/drawingml/2006/main" val="F26B43"/>
          </p15:clr>
        </p15:guide>
        <p15:guide id="29" pos="4128">
          <p15:clr>
            <a:srgbClr xmlns:a="http://schemas.openxmlformats.org/drawingml/2006/main" val="F26B43"/>
          </p15:clr>
        </p15:guide>
        <p15:guide id="30" pos="1392">
          <p15:clr>
            <a:srgbClr xmlns:a="http://schemas.openxmlformats.org/drawingml/2006/main" val="F26B43"/>
          </p15:clr>
        </p15:guide>
        <p15:guide id="31" pos="864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юна">
  <a:themeElements>
    <a:clrScheme name="Дюна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Дюн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32f15f8f23c34d71" /><Relationship Type="http://schemas.openxmlformats.org/officeDocument/2006/relationships/notesSlide" Target="/ppt/notesSlides/notesSlide1.xml" Id="Rea8c5316f5f449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ac2a8104304fc2" /><Relationship Type="http://schemas.openxmlformats.org/officeDocument/2006/relationships/notesSlide" Target="/ppt/notesSlides/notesSlide2.xml" Id="R5f57a161649643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6d6e44f73b4703" /><Relationship Type="http://schemas.openxmlformats.org/officeDocument/2006/relationships/notesSlide" Target="/ppt/notesSlides/notesSlide3.xml" Id="R0b8c5b36bf584e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226e95e451454a" /><Relationship Type="http://schemas.openxmlformats.org/officeDocument/2006/relationships/image" Target="/ppt/media/image.png" Id="R16cd6ba925244e73" /><Relationship Type="http://schemas.openxmlformats.org/officeDocument/2006/relationships/notesSlide" Target="/ppt/notesSlides/notesSlide4.xml" Id="Rcb308a9743a9434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c3c45c363a4311" /><Relationship Type="http://schemas.openxmlformats.org/officeDocument/2006/relationships/image" Target="/ppt/media/image2.png" Id="R338c483703024cbf" /><Relationship Type="http://schemas.openxmlformats.org/officeDocument/2006/relationships/notesSlide" Target="/ppt/notesSlides/notesSlide5.xml" Id="R54a06f67387140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cc3c52f12d40d2" /><Relationship Type="http://schemas.openxmlformats.org/officeDocument/2006/relationships/notesSlide" Target="/ppt/notesSlides/notesSlide6.xml" Id="R1610538bc5a946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546637edf4482f" /><Relationship Type="http://schemas.openxmlformats.org/officeDocument/2006/relationships/image" Target="/ppt/media/image3.png" Id="Ra8e15f9ad9344912" /><Relationship Type="http://schemas.openxmlformats.org/officeDocument/2006/relationships/notesSlide" Target="/ppt/notesSlides/notesSlide7.xml" Id="R553a516a894f41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1240c2845a4197" /><Relationship Type="http://schemas.openxmlformats.org/officeDocument/2006/relationships/image" Target="/ppt/media/image4.png" Id="R1a3d52d8de5e4f07" /><Relationship Type="http://schemas.openxmlformats.org/officeDocument/2006/relationships/notesSlide" Target="/ppt/notesSlides/notesSlide8.xml" Id="R0d7ddbfe23dd4da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910bc4fe2440fd" /><Relationship Type="http://schemas.openxmlformats.org/officeDocument/2006/relationships/image" Target="/ppt/media/image5.png" Id="Rf77e217da3684f9c" /><Relationship Type="http://schemas.openxmlformats.org/officeDocument/2006/relationships/notesSlide" Target="/ppt/notesSlides/notesSlide9.xml" Id="Rf677485254184cb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a5013b864a47e0" /><Relationship Type="http://schemas.openxmlformats.org/officeDocument/2006/relationships/notesSlide" Target="/ppt/notesSlides/notesSlide10.xml" Id="R44bc4386875f40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4e3057fe6c4713" /><Relationship Type="http://schemas.openxmlformats.org/officeDocument/2006/relationships/image" Target="/ppt/media/image6.png" Id="Rba40ef409f4f4ccb" /><Relationship Type="http://schemas.openxmlformats.org/officeDocument/2006/relationships/notesSlide" Target="/ppt/notesSlides/notesSlide11.xml" Id="R6c0f43e8910443e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3016add57f47a5" /><Relationship Type="http://schemas.openxmlformats.org/officeDocument/2006/relationships/notesSlide" Target="/ppt/notesSlides/notesSlide12.xml" Id="Rd8ef95a33cfb49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2E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83D558-F6AF-4205-8F7A-7ECB4D07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8BC9C9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8BC9C9"/>
                </a:solidFill>
                <a:latin typeface="DejaVu Sans"/>
                <a:ea typeface="DejaVu Sans"/>
                <a:cs typeface="DejaVu Sans"/>
              </a:rPr>
              <a:t>Лабораторная работа № 3.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820B11-24BD-47F3-AF5F-7935BF6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7524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Геометрические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преобразования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изображений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2E3A4C-9729-411F-8E21-C05ACA2B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76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rPr>
              <a:t>Выполнили Лебёдкин Владислав и Травкова Ирина,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D5E2E7"/>
                </a:solidFill>
                <a:latin typeface="DejaVu Sans"/>
                <a:ea typeface="DejaVu Sans"/>
                <a:cs typeface="DejaVu Sans"/>
              </a:rPr>
              <a:t>группа 932302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4EBCEF-3EF9-4500-90E4-3689CF98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14500"/>
            <a:ext cx="20955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0050" b="0">
                <a:solidFill>
                  <a:srgbClr val="39767D"/>
                </a:solidFill>
                <a:latin typeface="DejaVu Sans"/>
                <a:ea typeface="DejaVu Sans"/>
                <a:cs typeface="DejaVu Sans"/>
              </a:defRPr>
            </a:pPr>
            <a:r>
              <a:rPr sz="10050" b="0">
                <a:solidFill>
                  <a:srgbClr val="39767D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83080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1F6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112261-7332-4BAF-A527-822A6EA82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Задания 4 варианта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C66D00-2017-4A16-9758-94AD2993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345B9C-E7B6-4422-8A56-B964F0B7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7162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33934D-A41E-4194-AA24-FE770961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571625"/>
            <a:ext cx="10077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Масштабировать изображение в 0,25 раза (уменьшить в 4 раза).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4A699-A3DD-4FD5-B677-72A01CEA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602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A6D5F-FDDD-4543-BC25-F977CD9B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486025"/>
            <a:ext cx="10077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Повернуть изображение на 180°.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DFDBA-E80A-4B69-9593-E4D34ADB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042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8D8D0A-3D37-421A-B242-21398FF1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400425"/>
            <a:ext cx="10077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Сместить изображение на 150 пикселей вправо.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A0EE0E-3231-471B-858A-67DF44645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1482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0C105-9603-4D15-B1E9-A5BBB17D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314825"/>
            <a:ext cx="10077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Отразить изображение относительно обеих осей сразу.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5BA13F-C334-432B-8DB7-EB36F05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2922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FA3F47-057F-42C2-8353-EFA9B1C1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29225"/>
            <a:ext cx="100774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Выполнить перспективное преобразование для объекта на изображении.</a:t>
            </a:r>
          </a:p>
        </p:txBody>
      </p:sp>
    </p:spTree>
    <p:extLst>
      <p:ext uri="{BB962C8B-B14F-4D97-AF65-F5344CB8AC3E}">
        <p14:creationId xmlns:p14="http://schemas.microsoft.com/office/powerpoint/2010/main" val="17435349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1F6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E723D7-AD75-4C77-9879-CE9A56F8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Теоретические сведения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4FA407-19B3-4599-9306-2A2B275EA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D6080D-8472-4483-9E14-0B147399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763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BE5C5-F24C-40A6-ACA3-F41C159FE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476375"/>
            <a:ext cx="10077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Геометрическое преобразование изменяет координаты пикселей: размер, положение или форму изображения.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0E00F3-D2CE-40F6-8D79-FAD37F88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313475-29E9-4942-964D-34FA3C5B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47950"/>
            <a:ext cx="10077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Аффинные преобразования сохраняют прямые и параллельность. К ним относятся масштабирование, поворот, перенос и отражение.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2B4340-F0E7-4723-AD1E-3396BCEE8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952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0551C-D218-4698-A778-4BB4E9726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819525"/>
            <a:ext cx="10077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Перспективное преобразование задаёт соответствие между четырьмя парами точек. Прямые остаются прямыми, но параллельность может нарушаться.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FD82A-C016-4754-ABC2-3ABD930B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9110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961DDC-D0A3-441F-8019-B073A8CD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991100"/>
            <a:ext cx="10077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Интерполяция определяет значения пикселей при пересчёте координат. В работе используется билинейная интерполяция.</a:t>
            </a:r>
          </a:p>
        </p:txBody>
      </p:sp>
    </p:spTree>
    <p:extLst>
      <p:ext uri="{BB962C8B-B14F-4D97-AF65-F5344CB8AC3E}">
        <p14:creationId xmlns:p14="http://schemas.microsoft.com/office/powerpoint/2010/main" val="38074292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D29A27-3990-44A0-BE42-89C6776F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Исходное изображение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B43389-8B5B-4BC2-B2FA-2F0F1C52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cd6ba925244e73"/>
          <a:stretch xmlns:a="http://schemas.openxmlformats.org/drawingml/2006/main"/>
        </p:blipFill>
        <p:spPr>
          <a:xfrm xmlns:a="http://schemas.openxmlformats.org/drawingml/2006/main">
            <a:off x="533400" y="1438275"/>
            <a:ext cx="4191000" cy="4191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5FCDCB-5788-461E-8F1D-92572906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504950"/>
            <a:ext cx="6324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Размер: 740 × 740 пикселей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Цветовое представление: RGB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Файл: abstract.jpg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1F9941-2D6E-4CD4-83A5-88DE7D3D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09900"/>
            <a:ext cx="6324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E3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209550" tIns="190500" rIns="152400" bIns="15240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original_image = cv2.imread("abstract.jpg")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changing_image = cv2.cvtColor(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original_image, cv2.COLOR_BGR2RGB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C4E9F5-54AF-4289-B7EF-D4722CB1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000625"/>
            <a:ext cx="62103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Каждое преобразование выполняется отдельно над исходным изображением.</a:t>
            </a:r>
          </a:p>
        </p:txBody>
      </p:sp>
    </p:spTree>
    <p:extLst>
      <p:ext uri="{BB962C8B-B14F-4D97-AF65-F5344CB8AC3E}">
        <p14:creationId xmlns:p14="http://schemas.microsoft.com/office/powerpoint/2010/main" val="36307814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C39D65-FE40-4A6E-8CF9-B87B1341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1.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8B1D2A-9331-4155-B6FE-B3461FA5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Масштабирование в 0,25 раза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D9B055-B4DB-4D33-9452-235FB5CD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9B5214-2604-4EBC-B22A-EA2E978E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90675"/>
            <a:ext cx="4229100" cy="1971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E3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209550" tIns="190500" rIns="152400" bIns="15240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resized_025 = cv2.resize(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changing_image, None,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fx=0.25, fy=0.25,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interpolation=cv2.INTER_LINEAR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CE20B0-36C3-4DC4-B5D0-D7D6FA11D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90975"/>
            <a:ext cx="42291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740 × 740 → 185 × 185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Ширина и высота уменьшены в 4 раза, число пикселей — в 16 раз.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8c483703024cbf"/>
          <a:stretch xmlns:a="http://schemas.openxmlformats.org/drawingml/2006/main"/>
        </p:blipFill>
        <p:spPr>
          <a:xfrm xmlns:a="http://schemas.openxmlformats.org/drawingml/2006/main">
            <a:off x="5048250" y="1724806"/>
            <a:ext cx="6629400" cy="343696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22C2D3-866D-48CF-9B5B-3EC4E12E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91200"/>
            <a:ext cx="11125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На графике изображения показаны в одинаковых по размеру областях. Реальное разрешение результата меньше, поэтому заметна потеря детализации.</a:t>
            </a:r>
          </a:p>
        </p:txBody>
      </p:sp>
    </p:spTree>
    <p:extLst>
      <p:ext uri="{BB962C8B-B14F-4D97-AF65-F5344CB8AC3E}">
        <p14:creationId xmlns:p14="http://schemas.microsoft.com/office/powerpoint/2010/main" val="28654293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33CA3C-8438-4526-917F-7E1345AA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2.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7680C-7F67-4D05-8A03-FCA0EBEE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Поворот на 180°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E642A-670E-454D-8B26-AC3EBA8F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6F699F-334B-4CE2-9DBF-9045BACF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11125200" cy="2552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E3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209550" tIns="190500" rIns="152400" bIns="15240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h, w = changing_image.shape[:2]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center = (w // 2, h // 2)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M_rot = cv2.getRotationMatrix2D(center, 180, 1.0)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rotated_180 = cv2.warpAffine(changing_image, M_rot, (w, h))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89DB6-BE0C-4D3E-A457-B2C6DF98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1125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Центр, заданный в ноутбуке: (370, 370).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2359A5-BA24-43D6-A811-4DE2EBB3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67300"/>
            <a:ext cx="11125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Угол поворота: 180°. Коэффициент масштаба: 1,0.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E7441-2FC0-46D2-82AB-45ABE232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76900"/>
            <a:ext cx="11125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Размер выходного изображения: 740 × 740 пикселей.</a:t>
            </a:r>
          </a:p>
        </p:txBody>
      </p:sp>
    </p:spTree>
    <p:extLst>
      <p:ext uri="{BB962C8B-B14F-4D97-AF65-F5344CB8AC3E}">
        <p14:creationId xmlns:p14="http://schemas.microsoft.com/office/powerpoint/2010/main" val="15812173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7716E1-54FB-4C16-AF2A-FE47E361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2.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DA80AC-5198-45CF-A44F-D728DD17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Результат поворота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6854A2-2068-4E5A-A8F5-F71A7CB53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e15f9ad9344912"/>
          <a:stretch xmlns:a="http://schemas.openxmlformats.org/drawingml/2006/main"/>
        </p:blipFill>
        <p:spPr>
          <a:xfrm xmlns:a="http://schemas.openxmlformats.org/drawingml/2006/main">
            <a:off x="1888736" y="1438275"/>
            <a:ext cx="8414528" cy="43624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2408F0-E433-451A-8662-747CE60B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007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Фигура повёрнута на 180°: её верхняя и нижняя, левая и правая части поменяли положение.</a:t>
            </a:r>
          </a:p>
        </p:txBody>
      </p:sp>
    </p:spTree>
    <p:extLst>
      <p:ext uri="{BB962C8B-B14F-4D97-AF65-F5344CB8AC3E}">
        <p14:creationId xmlns:p14="http://schemas.microsoft.com/office/powerpoint/2010/main" val="24019036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D6BF40-638B-49F8-8F5B-9EB8B434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3.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EBF343-142B-4E3B-823B-7A1AA48F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Сдвиг на 150 пикселей вправо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7B15AB-1D5C-424C-9336-34B95433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C9C1C2-8868-4FA3-B315-FE0711E1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4267200" cy="2495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E3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209550" tIns="190500" rIns="152400" bIns="15240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matrix = np.float32([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[1, 0, 150],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[0, 1,   0]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shifted_image = cv2.warpAffine(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changing_image, matrix, (w, h)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350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6FAB5-CBD5-47FD-888B-579EA1FD7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41910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x′ = x + 150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y′ = 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Размер кадра остаётся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740 × 740 пикселей.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d52d8de5e4f07"/>
          <a:stretch xmlns:a="http://schemas.openxmlformats.org/drawingml/2006/main"/>
        </p:blipFill>
        <p:spPr>
          <a:xfrm xmlns:a="http://schemas.openxmlformats.org/drawingml/2006/main">
            <a:off x="5048250" y="1734331"/>
            <a:ext cx="6629400" cy="343696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81297E-F841-45D8-BBBE-DE631FCF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11125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Слева появилась чёрная полоса шириной 150 пикселей. Правая часть изображения вышла за границу кадра и обрезалась.</a:t>
            </a:r>
          </a:p>
        </p:txBody>
      </p:sp>
    </p:spTree>
    <p:extLst>
      <p:ext uri="{BB962C8B-B14F-4D97-AF65-F5344CB8AC3E}">
        <p14:creationId xmlns:p14="http://schemas.microsoft.com/office/powerpoint/2010/main" val="21600503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1439AC-42B9-426F-ABD1-8E95A2B2E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4.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53EBA7-29C1-44D0-9C59-DF41D4CE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Отражение относительно обеих осей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93D758-7589-42E4-8E26-0BE82E6D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4B554E-6029-43CF-86B9-7962C8DE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57325"/>
            <a:ext cx="11125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E3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209550" tIns="190500" rIns="152400" bIns="15240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7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mirror_image = cv2.flip(changing_image, -1)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7e217da3684f9c"/>
          <a:stretch xmlns:a="http://schemas.openxmlformats.org/drawingml/2006/main"/>
        </p:blipFill>
        <p:spPr>
          <a:xfrm xmlns:a="http://schemas.openxmlformats.org/drawingml/2006/main">
            <a:off x="2788980" y="2276475"/>
            <a:ext cx="6614040" cy="3429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CB5643-16DC-42D8-895C-56FE5FF1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125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Параметр −1 отражает изображение по горизонтали и вертикали. Это соответствует повороту на 180° вокруг центра сетки пикселей.</a:t>
            </a:r>
          </a:p>
        </p:txBody>
      </p:sp>
    </p:spTree>
    <p:extLst>
      <p:ext uri="{BB962C8B-B14F-4D97-AF65-F5344CB8AC3E}">
        <p14:creationId xmlns:p14="http://schemas.microsoft.com/office/powerpoint/2010/main" val="38933647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133DC1-12DF-45DA-A073-D71B0AD06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5.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D1181-EFCA-40E7-9548-2F84B354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Перспективное преобразование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EEDE4-1D4F-48AA-B25B-8F9C8DC7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1231E6-9A11-4BF6-BCEF-D4571F43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429250" cy="350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E3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209550" tIns="190500" rIns="152400" bIns="15240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src_points = np.float32([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[100, 80], [400, 120],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[450, 400], [70, 380]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dst_points = np.float32([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[0, 0], [w - 1, 0],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[w - 1, h - 1], [0, h - 1]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57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])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FA692-A76B-40FB-9900-7491CBE2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04950"/>
            <a:ext cx="5486400" cy="2590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E3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209550" tIns="190500" rIns="152400" bIns="15240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matrix = cv2.getPerspectiveTransform(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src_points, dst_points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point_image = cv2.warpPerspective(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    changing_image, matrix, (w, h)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1425" b="0">
                <a:solidFill>
                  <a:srgbClr val="E6F0F1"/>
                </a:solidFill>
                <a:latin typeface="DejaVu Sans Mono"/>
                <a:ea typeface="DejaVu Sans Mono"/>
                <a:cs typeface="DejaVu Sans Mono"/>
              </a:rPr>
              <a:t>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0E58B6-47A0-4FDA-B87F-58993C99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67225"/>
            <a:ext cx="546735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Четыре исходные точки переходят в углы кадра 740 × 740. Матрица преобразования имеет размер 3 × 3.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486132-4374-44E4-BD7E-4E9890ED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34075"/>
            <a:ext cx="11125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Порядок соответствующих точек: верхняя левая, верхняя правая, нижняя правая, нижняя левая.</a:t>
            </a:r>
          </a:p>
        </p:txBody>
      </p:sp>
    </p:spTree>
    <p:extLst>
      <p:ext uri="{BB962C8B-B14F-4D97-AF65-F5344CB8AC3E}">
        <p14:creationId xmlns:p14="http://schemas.microsoft.com/office/powerpoint/2010/main" val="6977618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D2B2F-2DD3-4BC9-9415-20ED65E0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"/>
            <a:ext cx="1112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Задание 5.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37F7F6-DEFE-4DC4-9DB2-CD600EFA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3425"/>
            <a:ext cx="11125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Результат перспективного преобразования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981B7-E74D-4881-B033-ACFCB3E2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40ef409f4f4ccb"/>
          <a:stretch xmlns:a="http://schemas.openxmlformats.org/drawingml/2006/main"/>
        </p:blipFill>
        <p:spPr>
          <a:xfrm xmlns:a="http://schemas.openxmlformats.org/drawingml/2006/main">
            <a:off x="2017342" y="1476375"/>
            <a:ext cx="8157315" cy="42291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992494-2B48-47D4-881A-D626F318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1112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Выбранная четырёхугольная область растянута на весь кадр. Она включает только часть фигуры, поэтому результат показывает увеличенный и искажённый фрагмент.</a:t>
            </a:r>
          </a:p>
        </p:txBody>
      </p:sp>
    </p:spTree>
    <p:extLst>
      <p:ext uri="{BB962C8B-B14F-4D97-AF65-F5344CB8AC3E}">
        <p14:creationId xmlns:p14="http://schemas.microsoft.com/office/powerpoint/2010/main" val="27851673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1F6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605714-9E84-4097-8B10-8C0B610B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340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3150" b="1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Выводы по работе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84B5F8-CFF1-4265-A6D4-F7CA3FB7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448425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66872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AE9EC-0072-43C3-934C-ADCC1463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9542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08E675-6A82-4A57-994C-0668302F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495425"/>
            <a:ext cx="10077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Масштабирование уменьшило разрешение с 740 × 740 до 185 × 185 пикселей. Пропорции сохранились, детализация снизилась.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9683F3-048B-4401-9E05-05080C8C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BFCF6-F138-4240-B5F8-8ABAECF17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67000"/>
            <a:ext cx="10077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Поворот и отражение изменили ориентацию фигуры. Размер выходного кадра остался прежним.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B11DB0-1299-4AEF-9CAF-9F868805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3857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8054D0-3F1C-4811-9A16-7BF68206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838575"/>
            <a:ext cx="10077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Сдвиг изменил положение изображения на 150 пикселей вправо. Фиксированный размер кадра привёл к обрезке справа.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360426-E8A2-438B-B4E1-6A2C5A1B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37E8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EBC48B-3A35-4D04-912B-80D1722A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10150"/>
            <a:ext cx="100774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0333D"/>
                </a:solidFill>
                <a:latin typeface="DejaVu Sans"/>
                <a:ea typeface="DejaVu Sans"/>
                <a:cs typeface="DejaVu Sans"/>
              </a:rPr>
              <a:t>Перспективное преобразование отобразило выбранную область на прямоугольный кадр. Результат зависит от координат четырёх исходных точек.</a:t>
            </a:r>
          </a:p>
        </p:txBody>
      </p:sp>
    </p:spTree>
    <p:extLst>
      <p:ext uri="{BB962C8B-B14F-4D97-AF65-F5344CB8AC3E}">
        <p14:creationId xmlns:p14="http://schemas.microsoft.com/office/powerpoint/2010/main" val="4046774211"/>
      </p:ext>
    </p:extLst>
  </p:cSld>
</p:sld>
</file>

<file path=ppt/theme/theme1.xml><?xml version="1.0" encoding="utf-8"?>
<a:theme xmlns:a="http://schemas.openxmlformats.org/drawingml/2006/main" name="Дюна">
  <a:themeElements>
    <a:clrScheme name="Дюна">
      <a:dk1>
        <a:srgbClr val="131313"/>
      </a:dk1>
      <a:lt1>
        <a:sysClr val="window" lastClr="FFFFFF"/>
      </a:lt1>
      <a:dk2>
        <a:srgbClr val="272D2B"/>
      </a:dk2>
      <a:lt2>
        <a:srgbClr val="F0EDE6"/>
      </a:lt2>
      <a:accent1>
        <a:srgbClr val="647E6B"/>
      </a:accent1>
      <a:accent2>
        <a:srgbClr val="476262"/>
      </a:accent2>
      <a:accent3>
        <a:srgbClr val="9B8C69"/>
      </a:accent3>
      <a:accent4>
        <a:srgbClr val="BA988C"/>
      </a:accent4>
      <a:accent5>
        <a:srgbClr val="A27C7C"/>
      </a:accent5>
      <a:accent6>
        <a:srgbClr val="79958B"/>
      </a:accent6>
      <a:hlink>
        <a:srgbClr val="476262"/>
      </a:hlink>
      <a:folHlink>
        <a:srgbClr val="A27C7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Дюн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2026-10-06T18:53:43.6030000Z</dcterms:created>
  <dcterms:modified xsi:type="dcterms:W3CDTF">2026-10-06T18:53:43.6030000Z</dcterms:modified>
</coreProperties>
</file>