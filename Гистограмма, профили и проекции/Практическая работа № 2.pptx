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21"/>
  </p:notesMasterIdLst>
  <p:sldIdLst>
    <p:sldId id="256" r:id="rId2"/>
    <p:sldId id="257" r:id="rId3"/>
    <p:sldId id="258" r:id="rId4"/>
    <p:sldId id="259" r:id="rId5"/>
    <p:sldId id="260" r:id="rId6"/>
    <p:sldId id="261" r:id="rId7"/>
    <p:sldId id="273" r:id="rId8"/>
    <p:sldId id="274" r:id="rId9"/>
    <p:sldId id="275" r:id="rId10"/>
    <p:sldId id="263" r:id="rId11"/>
    <p:sldId id="264" r:id="rId12"/>
    <p:sldId id="265" r:id="rId13"/>
    <p:sldId id="266" r:id="rId14"/>
    <p:sldId id="267" r:id="rId15"/>
    <p:sldId id="268" r:id="rId16"/>
    <p:sldId id="272" r:id="rId17"/>
    <p:sldId id="269" r:id="rId18"/>
    <p:sldId id="270" r:id="rId19"/>
    <p:sldId id="271"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2" d="100"/>
          <a:sy n="82" d="100"/>
        </p:scale>
        <p:origin x="72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C5298AC-F66D-4F02-9A34-4BF5A858A91F}" type="datetimeFigureOut">
              <a:rPr lang="ru-RU" smtClean="0"/>
              <a:t>15.10.2026</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47A41D-13D7-4689-B169-AE0870B76145}" type="slidenum">
              <a:rPr lang="ru-RU" smtClean="0"/>
              <a:t>‹#›</a:t>
            </a:fld>
            <a:endParaRPr lang="ru-RU"/>
          </a:p>
        </p:txBody>
      </p:sp>
    </p:spTree>
    <p:extLst>
      <p:ext uri="{BB962C8B-B14F-4D97-AF65-F5344CB8AC3E}">
        <p14:creationId xmlns:p14="http://schemas.microsoft.com/office/powerpoint/2010/main" val="14396098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BC47A41D-13D7-4689-B169-AE0870B76145}" type="slidenum">
              <a:rPr lang="ru-RU" smtClean="0"/>
              <a:t>4</a:t>
            </a:fld>
            <a:endParaRPr lang="ru-RU"/>
          </a:p>
        </p:txBody>
      </p:sp>
    </p:spTree>
    <p:extLst>
      <p:ext uri="{BB962C8B-B14F-4D97-AF65-F5344CB8AC3E}">
        <p14:creationId xmlns:p14="http://schemas.microsoft.com/office/powerpoint/2010/main" val="208075476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82880" y="5176159"/>
            <a:ext cx="11640312" cy="845493"/>
          </a:xfrm>
        </p:spPr>
        <p:txBody>
          <a:bodyPr vert="horz" lIns="91440" tIns="45720" rIns="91440" bIns="45720" rtlCol="0" anchor="b">
            <a:normAutofit/>
          </a:bodyPr>
          <a:lstStyle>
            <a:lvl1pPr>
              <a:defRPr lang="en-US" sz="4400" dirty="0">
                <a:solidFill>
                  <a:schemeClr val="tx2"/>
                </a:solidFill>
              </a:defRPr>
            </a:lvl1pPr>
          </a:lstStyle>
          <a:p>
            <a:pPr lvl="0"/>
            <a:r>
              <a:rPr lang="ru-RU"/>
              <a:t>Образец заголовка</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10313" y="5980176"/>
            <a:ext cx="11612880" cy="530352"/>
          </a:xfrm>
        </p:spPr>
        <p:txBody>
          <a:bodyPr vert="horz" lIns="91440" tIns="45720" rIns="91440" bIns="45720" rtlCol="0">
            <a:normAutofit/>
          </a:bodyPr>
          <a:lstStyle>
            <a:lvl1pPr marL="0" indent="0">
              <a:buNone/>
              <a:defRPr lang="en-US" sz="1600" dirty="0">
                <a:solidFill>
                  <a:schemeClr val="tx2"/>
                </a:solidFill>
              </a:defRPr>
            </a:lvl1pPr>
          </a:lstStyle>
          <a:p>
            <a:pPr lvl="0"/>
            <a:r>
              <a:rPr lang="ru-RU"/>
              <a:t>Образец подзаголовка</a:t>
            </a:r>
            <a:endParaRPr lang="en-US" dirty="0"/>
          </a:p>
        </p:txBody>
      </p:sp>
      <p:sp>
        <p:nvSpPr>
          <p:cNvPr id="10" name="Picture Placeholder 9">
            <a:extLst>
              <a:ext uri="{FF2B5EF4-FFF2-40B4-BE49-F238E27FC236}">
                <a16:creationId xmlns:a16="http://schemas.microsoft.com/office/drawing/2014/main" id="{150AF6FA-7D1D-1351-A76E-43C54D28FD68}"/>
              </a:ext>
            </a:extLst>
          </p:cNvPr>
          <p:cNvSpPr>
            <a:spLocks noGrp="1"/>
          </p:cNvSpPr>
          <p:nvPr>
            <p:ph type="pic" sz="quarter" idx="13" hasCustomPrompt="1"/>
          </p:nvPr>
        </p:nvSpPr>
        <p:spPr>
          <a:xfrm>
            <a:off x="274220" y="266700"/>
            <a:ext cx="11649456" cy="4853814"/>
          </a:xfrm>
          <a:custGeom>
            <a:avLst/>
            <a:gdLst>
              <a:gd name="connsiteX0" fmla="*/ 291520 w 11651080"/>
              <a:gd name="connsiteY0" fmla="*/ 0 h 4853814"/>
              <a:gd name="connsiteX1" fmla="*/ 11359560 w 11651080"/>
              <a:gd name="connsiteY1" fmla="*/ 0 h 4853814"/>
              <a:gd name="connsiteX2" fmla="*/ 11651080 w 11651080"/>
              <a:gd name="connsiteY2" fmla="*/ 291520 h 4853814"/>
              <a:gd name="connsiteX3" fmla="*/ 11651080 w 11651080"/>
              <a:gd name="connsiteY3" fmla="*/ 4562294 h 4853814"/>
              <a:gd name="connsiteX4" fmla="*/ 11359560 w 11651080"/>
              <a:gd name="connsiteY4" fmla="*/ 4853814 h 4853814"/>
              <a:gd name="connsiteX5" fmla="*/ 291520 w 11651080"/>
              <a:gd name="connsiteY5" fmla="*/ 4853814 h 4853814"/>
              <a:gd name="connsiteX6" fmla="*/ 0 w 11651080"/>
              <a:gd name="connsiteY6" fmla="*/ 4562294 h 4853814"/>
              <a:gd name="connsiteX7" fmla="*/ 0 w 11651080"/>
              <a:gd name="connsiteY7" fmla="*/ 291520 h 4853814"/>
              <a:gd name="connsiteX8" fmla="*/ 291520 w 11651080"/>
              <a:gd name="connsiteY8" fmla="*/ 0 h 4853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651080" h="4853814">
                <a:moveTo>
                  <a:pt x="291520" y="0"/>
                </a:moveTo>
                <a:lnTo>
                  <a:pt x="11359560" y="0"/>
                </a:lnTo>
                <a:cubicBezTo>
                  <a:pt x="11520562" y="0"/>
                  <a:pt x="11651080" y="130518"/>
                  <a:pt x="11651080" y="291520"/>
                </a:cubicBezTo>
                <a:lnTo>
                  <a:pt x="11651080" y="4562294"/>
                </a:lnTo>
                <a:cubicBezTo>
                  <a:pt x="11651080" y="4723296"/>
                  <a:pt x="11520562" y="4853814"/>
                  <a:pt x="11359560" y="4853814"/>
                </a:cubicBezTo>
                <a:lnTo>
                  <a:pt x="291520" y="4853814"/>
                </a:lnTo>
                <a:cubicBezTo>
                  <a:pt x="130518" y="4853814"/>
                  <a:pt x="0" y="4723296"/>
                  <a:pt x="0" y="4562294"/>
                </a:cubicBezTo>
                <a:lnTo>
                  <a:pt x="0" y="291520"/>
                </a:lnTo>
                <a:cubicBezTo>
                  <a:pt x="0" y="130518"/>
                  <a:pt x="130518" y="0"/>
                  <a:pt x="291520" y="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182880" y="6391657"/>
            <a:ext cx="2805405" cy="330466"/>
          </a:xfrm>
        </p:spPr>
        <p:txBody>
          <a:bodyPr/>
          <a:lstStyle>
            <a:lvl1pPr>
              <a:defRPr>
                <a:solidFill>
                  <a:schemeClr val="tx2"/>
                </a:solidFill>
                <a:effectLst/>
              </a:defRPr>
            </a:lvl1pPr>
          </a:lstStyle>
          <a:p>
            <a:endParaRPr lang="ru-RU"/>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137848" y="6391657"/>
            <a:ext cx="3494314" cy="330466"/>
          </a:xfrm>
        </p:spPr>
        <p:txBody>
          <a:bodyPr/>
          <a:lstStyle>
            <a:lvl1pPr algn="r">
              <a:defRPr>
                <a:solidFill>
                  <a:schemeClr val="tx2"/>
                </a:solidFill>
                <a:effectLst/>
              </a:defRPr>
            </a:lvl1pPr>
          </a:lstStyle>
          <a:p>
            <a:fld id="{9EC08F63-68FD-44F9-A52E-105615C8C7C5}" type="datetime1">
              <a:rPr lang="ru-RU" smtClean="0"/>
              <a:t>15.10.2026</a:t>
            </a:fld>
            <a:endParaRPr lang="ru-RU"/>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632162" y="6391657"/>
            <a:ext cx="429207" cy="330466"/>
          </a:xfrm>
        </p:spPr>
        <p:txBody>
          <a:bodyPr/>
          <a:lstStyle>
            <a:lvl1pPr>
              <a:defRPr>
                <a:solidFill>
                  <a:schemeClr val="tx2"/>
                </a:solidFill>
                <a:effectLst/>
              </a:defRPr>
            </a:lvl1pPr>
          </a:lstStyle>
          <a:p>
            <a:fld id="{E294C9D9-2DEA-415A-A3DF-2372EDC3FB1F}" type="slidenum">
              <a:rPr lang="ru-RU" smtClean="0"/>
              <a:t>‹#›</a:t>
            </a:fld>
            <a:endParaRPr lang="ru-RU"/>
          </a:p>
        </p:txBody>
      </p:sp>
    </p:spTree>
    <p:extLst>
      <p:ext uri="{BB962C8B-B14F-4D97-AF65-F5344CB8AC3E}">
        <p14:creationId xmlns:p14="http://schemas.microsoft.com/office/powerpoint/2010/main" val="137146949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Объект">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ru-RU"/>
              <a:t>Образец заголовка</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ru-RU"/>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DED1C2B-1434-41FF-A42D-A6C0AEFEF163}" type="datetime1">
              <a:rPr lang="ru-RU" smtClean="0"/>
              <a:t>15.10.2026</a:t>
            </a:fld>
            <a:endParaRPr lang="ru-RU"/>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E294C9D9-2DEA-415A-A3DF-2372EDC3FB1F}" type="slidenum">
              <a:rPr lang="ru-RU" smtClean="0"/>
              <a:t>‹#›</a:t>
            </a:fld>
            <a:endParaRPr lang="ru-RU"/>
          </a:p>
        </p:txBody>
      </p:sp>
    </p:spTree>
    <p:extLst>
      <p:ext uri="{BB962C8B-B14F-4D97-AF65-F5344CB8AC3E}">
        <p14:creationId xmlns:p14="http://schemas.microsoft.com/office/powerpoint/2010/main" val="10739320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660262" y="208754"/>
            <a:ext cx="4066072" cy="3725937"/>
          </a:xfrm>
        </p:spPr>
        <p:txBody>
          <a:bodyPr vert="horz" lIns="91440" tIns="45720" rIns="91440" bIns="45720" rtlCol="0" anchor="t">
            <a:normAutofit/>
          </a:bodyPr>
          <a:lstStyle>
            <a:lvl1pPr>
              <a:defRPr lang="en-US" sz="5000" dirty="0">
                <a:solidFill>
                  <a:schemeClr val="tx2"/>
                </a:solidFill>
              </a:defRPr>
            </a:lvl1pPr>
          </a:lstStyle>
          <a:p>
            <a:pPr lvl="0"/>
            <a:r>
              <a:rPr lang="ru-RU"/>
              <a:t>Образец заголовка</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668729" y="4846320"/>
            <a:ext cx="4066072" cy="1380744"/>
          </a:xfrm>
        </p:spPr>
        <p:txBody>
          <a:bodyPr vert="horz" lIns="91440" tIns="45720" rIns="91440" bIns="45720" rtlCol="0" anchor="b">
            <a:normAutofit/>
          </a:bodyPr>
          <a:lstStyle>
            <a:lvl1pPr marL="0" indent="0">
              <a:buNone/>
              <a:defRPr lang="en-US" sz="1600">
                <a:solidFill>
                  <a:schemeClr val="tx2"/>
                </a:solidFill>
              </a:defRPr>
            </a:lvl1pPr>
          </a:lstStyle>
          <a:p>
            <a:pPr lvl="0"/>
            <a:r>
              <a:rPr lang="ru-RU"/>
              <a:t>Образец подзаголовка</a:t>
            </a:r>
            <a:endParaRPr lang="en-US" dirty="0"/>
          </a:p>
        </p:txBody>
      </p:sp>
      <p:sp>
        <p:nvSpPr>
          <p:cNvPr id="12" name="Picture Placeholder 11">
            <a:extLst>
              <a:ext uri="{FF2B5EF4-FFF2-40B4-BE49-F238E27FC236}">
                <a16:creationId xmlns:a16="http://schemas.microsoft.com/office/drawing/2014/main" id="{7A934108-77F2-43A6-38EF-C1CDEDD103C2}"/>
              </a:ext>
            </a:extLst>
          </p:cNvPr>
          <p:cNvSpPr>
            <a:spLocks noGrp="1"/>
          </p:cNvSpPr>
          <p:nvPr>
            <p:ph type="pic" sz="quarter" idx="13" hasCustomPrompt="1"/>
          </p:nvPr>
        </p:nvSpPr>
        <p:spPr>
          <a:xfrm>
            <a:off x="274320" y="266699"/>
            <a:ext cx="7238998" cy="6322891"/>
          </a:xfrm>
          <a:custGeom>
            <a:avLst/>
            <a:gdLst>
              <a:gd name="connsiteX0" fmla="*/ 291359 w 7238998"/>
              <a:gd name="connsiteY0" fmla="*/ 0 h 6322891"/>
              <a:gd name="connsiteX1" fmla="*/ 6947639 w 7238998"/>
              <a:gd name="connsiteY1" fmla="*/ 0 h 6322891"/>
              <a:gd name="connsiteX2" fmla="*/ 7238998 w 7238998"/>
              <a:gd name="connsiteY2" fmla="*/ 291359 h 6322891"/>
              <a:gd name="connsiteX3" fmla="*/ 7238998 w 7238998"/>
              <a:gd name="connsiteY3" fmla="*/ 6031532 h 6322891"/>
              <a:gd name="connsiteX4" fmla="*/ 6947639 w 7238998"/>
              <a:gd name="connsiteY4" fmla="*/ 6322891 h 6322891"/>
              <a:gd name="connsiteX5" fmla="*/ 291359 w 7238998"/>
              <a:gd name="connsiteY5" fmla="*/ 6322891 h 6322891"/>
              <a:gd name="connsiteX6" fmla="*/ 0 w 7238998"/>
              <a:gd name="connsiteY6" fmla="*/ 6031532 h 6322891"/>
              <a:gd name="connsiteX7" fmla="*/ 0 w 7238998"/>
              <a:gd name="connsiteY7" fmla="*/ 291359 h 6322891"/>
              <a:gd name="connsiteX8" fmla="*/ 291359 w 7238998"/>
              <a:gd name="connsiteY8" fmla="*/ 0 h 6322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38998" h="6322891">
                <a:moveTo>
                  <a:pt x="291359" y="0"/>
                </a:moveTo>
                <a:lnTo>
                  <a:pt x="6947639" y="0"/>
                </a:lnTo>
                <a:cubicBezTo>
                  <a:pt x="7108552" y="0"/>
                  <a:pt x="7238998" y="130446"/>
                  <a:pt x="7238998" y="291359"/>
                </a:cubicBezTo>
                <a:lnTo>
                  <a:pt x="7238998" y="6031532"/>
                </a:lnTo>
                <a:cubicBezTo>
                  <a:pt x="7238998" y="6192445"/>
                  <a:pt x="7108552" y="6322891"/>
                  <a:pt x="6947639" y="6322891"/>
                </a:cubicBezTo>
                <a:lnTo>
                  <a:pt x="291359" y="6322891"/>
                </a:lnTo>
                <a:cubicBezTo>
                  <a:pt x="130446" y="6322891"/>
                  <a:pt x="0" y="6192445"/>
                  <a:pt x="0" y="6031532"/>
                </a:cubicBezTo>
                <a:lnTo>
                  <a:pt x="0" y="291359"/>
                </a:lnTo>
                <a:cubicBezTo>
                  <a:pt x="0" y="130446"/>
                  <a:pt x="130446" y="0"/>
                  <a:pt x="291359" y="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666481" y="6391656"/>
            <a:ext cx="2703777" cy="338328"/>
          </a:xfrm>
        </p:spPr>
        <p:txBody>
          <a:bodyPr/>
          <a:lstStyle>
            <a:lvl1pPr>
              <a:defRPr>
                <a:solidFill>
                  <a:schemeClr val="tx2"/>
                </a:solidFill>
              </a:defRPr>
            </a:lvl1pPr>
          </a:lstStyle>
          <a:p>
            <a:endParaRPr lang="ru-RU"/>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477500" y="6391656"/>
            <a:ext cx="1032084" cy="338328"/>
          </a:xfrm>
        </p:spPr>
        <p:txBody>
          <a:bodyPr/>
          <a:lstStyle>
            <a:lvl1pPr>
              <a:defRPr>
                <a:solidFill>
                  <a:schemeClr val="tx2"/>
                </a:solidFill>
                <a:effectLst/>
              </a:defRPr>
            </a:lvl1pPr>
          </a:lstStyle>
          <a:p>
            <a:fld id="{370F9359-BB8B-45FD-8B86-138FF0155BE1}" type="datetime1">
              <a:rPr lang="ru-RU" smtClean="0"/>
              <a:t>15.10.2026</a:t>
            </a:fld>
            <a:endParaRPr lang="ru-RU"/>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509584" y="6388837"/>
            <a:ext cx="457200" cy="338328"/>
          </a:xfrm>
        </p:spPr>
        <p:txBody>
          <a:bodyPr/>
          <a:lstStyle>
            <a:lvl1pPr>
              <a:defRPr>
                <a:solidFill>
                  <a:schemeClr val="tx2"/>
                </a:solidFill>
              </a:defRPr>
            </a:lvl1pPr>
          </a:lstStyle>
          <a:p>
            <a:fld id="{E294C9D9-2DEA-415A-A3DF-2372EDC3FB1F}" type="slidenum">
              <a:rPr lang="ru-RU" smtClean="0"/>
              <a:t>‹#›</a:t>
            </a:fld>
            <a:endParaRPr lang="ru-RU"/>
          </a:p>
        </p:txBody>
      </p:sp>
    </p:spTree>
    <p:extLst>
      <p:ext uri="{BB962C8B-B14F-4D97-AF65-F5344CB8AC3E}">
        <p14:creationId xmlns:p14="http://schemas.microsoft.com/office/powerpoint/2010/main" val="1513983603"/>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018598" y="1529542"/>
            <a:ext cx="8154804" cy="2323883"/>
          </a:xfrm>
        </p:spPr>
        <p:txBody>
          <a:bodyPr anchor="b">
            <a:normAutofit/>
          </a:bodyPr>
          <a:lstStyle>
            <a:lvl1pPr algn="ctr">
              <a:defRPr sz="5400">
                <a:solidFill>
                  <a:schemeClr val="tx2"/>
                </a:solidFill>
              </a:defRPr>
            </a:lvl1pPr>
          </a:lstStyle>
          <a:p>
            <a:r>
              <a:rPr lang="ru-RU"/>
              <a:t>Образец заголовка</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110715" y="4053504"/>
            <a:ext cx="5970570" cy="1072678"/>
          </a:xfrm>
        </p:spPr>
        <p:txBody>
          <a:bodyPr anchor="t">
            <a:normAutofit/>
          </a:bodyPr>
          <a:lstStyle>
            <a:lvl1pPr marL="0" indent="0" algn="ctr">
              <a:buNone/>
              <a:defRPr sz="16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endParaRPr lang="ru-RU"/>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5744E98A-C6CB-4740-94CF-7B79157857DC}" type="datetime1">
              <a:rPr lang="ru-RU" smtClean="0"/>
              <a:t>15.10.2026</a:t>
            </a:fld>
            <a:endParaRPr lang="ru-RU"/>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E294C9D9-2DEA-415A-A3DF-2372EDC3FB1F}" type="slidenum">
              <a:rPr lang="ru-RU" smtClean="0"/>
              <a:t>‹#›</a:t>
            </a:fld>
            <a:endParaRPr lang="ru-RU"/>
          </a:p>
        </p:txBody>
      </p:sp>
    </p:spTree>
    <p:extLst>
      <p:ext uri="{BB962C8B-B14F-4D97-AF65-F5344CB8AC3E}">
        <p14:creationId xmlns:p14="http://schemas.microsoft.com/office/powerpoint/2010/main" val="3743430313"/>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Заголовок раздела">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157729" y="3200400"/>
            <a:ext cx="9002895" cy="3582184"/>
          </a:xfrm>
        </p:spPr>
        <p:txBody>
          <a:bodyPr anchor="b">
            <a:normAutofit/>
          </a:bodyPr>
          <a:lstStyle>
            <a:lvl1pPr>
              <a:defRPr sz="6900">
                <a:solidFill>
                  <a:schemeClr val="tx2"/>
                </a:solidFill>
              </a:defRPr>
            </a:lvl1pPr>
          </a:lstStyle>
          <a:p>
            <a:r>
              <a:rPr lang="ru-RU"/>
              <a:t>Образец заголовка</a:t>
            </a:r>
            <a:endParaRPr lang="en-US" dirty="0"/>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a:xfrm>
            <a:off x="178704" y="141216"/>
            <a:ext cx="2703777" cy="338328"/>
          </a:xfrm>
        </p:spPr>
        <p:txBody>
          <a:bodyPr/>
          <a:lstStyle>
            <a:lvl1pPr>
              <a:defRPr>
                <a:solidFill>
                  <a:schemeClr val="tx2"/>
                </a:solidFill>
              </a:defRPr>
            </a:lvl1pPr>
          </a:lstStyle>
          <a:p>
            <a:endParaRPr lang="ru-RU"/>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a:xfrm>
            <a:off x="10477500" y="141216"/>
            <a:ext cx="1032084" cy="338328"/>
          </a:xfrm>
        </p:spPr>
        <p:txBody>
          <a:bodyPr/>
          <a:lstStyle>
            <a:lvl1pPr>
              <a:defRPr>
                <a:solidFill>
                  <a:schemeClr val="tx2"/>
                </a:solidFill>
              </a:defRPr>
            </a:lvl1pPr>
          </a:lstStyle>
          <a:p>
            <a:fld id="{8F314C3C-5380-447C-8C4A-80885D6C1B2B}" type="datetime1">
              <a:rPr lang="ru-RU" smtClean="0"/>
              <a:t>15.10.2026</a:t>
            </a:fld>
            <a:endParaRPr lang="ru-RU"/>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a:xfrm>
            <a:off x="11509584" y="141216"/>
            <a:ext cx="457200" cy="338328"/>
          </a:xfrm>
        </p:spPr>
        <p:txBody>
          <a:bodyPr/>
          <a:lstStyle>
            <a:lvl1pPr>
              <a:defRPr>
                <a:solidFill>
                  <a:schemeClr val="tx2"/>
                </a:solidFill>
              </a:defRPr>
            </a:lvl1pPr>
          </a:lstStyle>
          <a:p>
            <a:fld id="{E294C9D9-2DEA-415A-A3DF-2372EDC3FB1F}" type="slidenum">
              <a:rPr lang="ru-RU" smtClean="0"/>
              <a:t>‹#›</a:t>
            </a:fld>
            <a:endParaRPr lang="ru-RU"/>
          </a:p>
        </p:txBody>
      </p:sp>
    </p:spTree>
    <p:extLst>
      <p:ext uri="{BB962C8B-B14F-4D97-AF65-F5344CB8AC3E}">
        <p14:creationId xmlns:p14="http://schemas.microsoft.com/office/powerpoint/2010/main" val="1280178415"/>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33815" y="189689"/>
            <a:ext cx="11341905" cy="1629485"/>
          </a:xfrm>
        </p:spPr>
        <p:txBody>
          <a:bodyPr anchor="t">
            <a:normAutofit/>
          </a:bodyPr>
          <a:lstStyle>
            <a:lvl1pPr>
              <a:defRPr sz="7600" baseline="0"/>
            </a:lvl1pPr>
          </a:lstStyle>
          <a:p>
            <a:r>
              <a:rPr lang="ru-RU"/>
              <a:t>Образец заголовка</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096000" y="2362200"/>
            <a:ext cx="5829300" cy="3810000"/>
          </a:xfrm>
        </p:spPr>
        <p:txBody>
          <a:bodyPr vert="horz" lIns="91440" tIns="45720" rIns="91440" bIns="45720" rtlCol="0" anchor="b">
            <a:normAutofit/>
          </a:bodyPr>
          <a:lstStyle>
            <a:lvl1pPr marL="457200" indent="-457200">
              <a:buFont typeface="+mj-lt"/>
              <a:buAutoNum type="arabicPeriod"/>
              <a:defRPr lang="en-US" sz="1600" dirty="0"/>
            </a:lvl1pPr>
            <a:lvl2pPr marL="571500" indent="-342900">
              <a:buFont typeface="+mj-lt"/>
              <a:buAutoNum type="arabicPeriod"/>
              <a:defRPr lang="en-US" sz="1600" dirty="0"/>
            </a:lvl2pPr>
            <a:lvl3pPr marL="800100" indent="-342900">
              <a:buFont typeface="+mj-lt"/>
              <a:buAutoNum type="arabicPeriod"/>
              <a:defRPr lang="en-US" sz="1600" dirty="0"/>
            </a:lvl3pPr>
            <a:lvl4pPr>
              <a:buFont typeface="+mj-lt"/>
              <a:buAutoNum type="arabicPeriod"/>
              <a:defRPr lang="en-US" sz="1600" dirty="0"/>
            </a:lvl4pPr>
            <a:lvl5pPr>
              <a:buFont typeface="+mj-lt"/>
              <a:buAutoNum type="arabicPeriod"/>
              <a:defRPr lang="en-US" sz="1600" dirty="0"/>
            </a:lvl5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endParaRPr lang="ru-RU"/>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0F0B1818-EA50-4E6B-B1F5-269F22071F39}" type="datetime1">
              <a:rPr lang="ru-RU" smtClean="0"/>
              <a:t>15.10.2026</a:t>
            </a:fld>
            <a:endParaRPr lang="ru-RU"/>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E294C9D9-2DEA-415A-A3DF-2372EDC3FB1F}" type="slidenum">
              <a:rPr lang="ru-RU" smtClean="0"/>
              <a:t>‹#›</a:t>
            </a:fld>
            <a:endParaRPr lang="ru-RU"/>
          </a:p>
        </p:txBody>
      </p:sp>
    </p:spTree>
    <p:extLst>
      <p:ext uri="{BB962C8B-B14F-4D97-AF65-F5344CB8AC3E}">
        <p14:creationId xmlns:p14="http://schemas.microsoft.com/office/powerpoint/2010/main" val="393441839"/>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82880" y="4061862"/>
            <a:ext cx="5913120" cy="2268359"/>
          </a:xfrm>
        </p:spPr>
        <p:txBody>
          <a:bodyPr anchor="t">
            <a:normAutofit/>
          </a:bodyPr>
          <a:lstStyle>
            <a:lvl1pPr>
              <a:defRPr sz="5800"/>
            </a:lvl1pPr>
          </a:lstStyle>
          <a:p>
            <a:r>
              <a:rPr lang="ru-RU"/>
              <a:t>Образец заголовка</a:t>
            </a:r>
            <a:endParaRPr lang="en-US" dirty="0"/>
          </a:p>
        </p:txBody>
      </p:sp>
      <p:sp>
        <p:nvSpPr>
          <p:cNvPr id="16" name="Picture Placeholder 15">
            <a:extLst>
              <a:ext uri="{FF2B5EF4-FFF2-40B4-BE49-F238E27FC236}">
                <a16:creationId xmlns:a16="http://schemas.microsoft.com/office/drawing/2014/main" id="{F88BC23C-4171-DFCF-3175-10D2602FF561}"/>
              </a:ext>
            </a:extLst>
          </p:cNvPr>
          <p:cNvSpPr>
            <a:spLocks noGrp="1"/>
          </p:cNvSpPr>
          <p:nvPr>
            <p:ph type="pic" sz="quarter" idx="14" hasCustomPrompt="1"/>
          </p:nvPr>
        </p:nvSpPr>
        <p:spPr>
          <a:xfrm>
            <a:off x="274320" y="268508"/>
            <a:ext cx="11649456" cy="3609085"/>
          </a:xfrm>
          <a:custGeom>
            <a:avLst/>
            <a:gdLst>
              <a:gd name="connsiteX0" fmla="*/ 283385 w 11658600"/>
              <a:gd name="connsiteY0" fmla="*/ 0 h 3609085"/>
              <a:gd name="connsiteX1" fmla="*/ 11375215 w 11658600"/>
              <a:gd name="connsiteY1" fmla="*/ 0 h 3609085"/>
              <a:gd name="connsiteX2" fmla="*/ 11658600 w 11658600"/>
              <a:gd name="connsiteY2" fmla="*/ 283385 h 3609085"/>
              <a:gd name="connsiteX3" fmla="*/ 11658600 w 11658600"/>
              <a:gd name="connsiteY3" fmla="*/ 3325700 h 3609085"/>
              <a:gd name="connsiteX4" fmla="*/ 11375215 w 11658600"/>
              <a:gd name="connsiteY4" fmla="*/ 3609085 h 3609085"/>
              <a:gd name="connsiteX5" fmla="*/ 283385 w 11658600"/>
              <a:gd name="connsiteY5" fmla="*/ 3609085 h 3609085"/>
              <a:gd name="connsiteX6" fmla="*/ 0 w 11658600"/>
              <a:gd name="connsiteY6" fmla="*/ 3325700 h 3609085"/>
              <a:gd name="connsiteX7" fmla="*/ 0 w 11658600"/>
              <a:gd name="connsiteY7" fmla="*/ 283385 h 3609085"/>
              <a:gd name="connsiteX8" fmla="*/ 283385 w 11658600"/>
              <a:gd name="connsiteY8" fmla="*/ 0 h 3609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658600" h="3609085">
                <a:moveTo>
                  <a:pt x="283385" y="0"/>
                </a:moveTo>
                <a:lnTo>
                  <a:pt x="11375215" y="0"/>
                </a:lnTo>
                <a:cubicBezTo>
                  <a:pt x="11531724" y="0"/>
                  <a:pt x="11658600" y="126876"/>
                  <a:pt x="11658600" y="283385"/>
                </a:cubicBezTo>
                <a:lnTo>
                  <a:pt x="11658600" y="3325700"/>
                </a:lnTo>
                <a:cubicBezTo>
                  <a:pt x="11658600" y="3482209"/>
                  <a:pt x="11531724" y="3609085"/>
                  <a:pt x="11375215" y="3609085"/>
                </a:cubicBezTo>
                <a:lnTo>
                  <a:pt x="283385" y="3609085"/>
                </a:lnTo>
                <a:cubicBezTo>
                  <a:pt x="126876" y="3609085"/>
                  <a:pt x="0" y="3482209"/>
                  <a:pt x="0" y="3325700"/>
                </a:cubicBezTo>
                <a:lnTo>
                  <a:pt x="0" y="283385"/>
                </a:lnTo>
                <a:cubicBezTo>
                  <a:pt x="0" y="126876"/>
                  <a:pt x="126876" y="0"/>
                  <a:pt x="283385" y="0"/>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515973" y="4039118"/>
            <a:ext cx="4419601" cy="2268360"/>
          </a:xfrm>
        </p:spPr>
        <p:txBody>
          <a:bodyPr vert="horz" lIns="91440" tIns="45720" rIns="91440" bIns="45720" rtlCol="0">
            <a:normAutofit/>
          </a:bodyPr>
          <a:lstStyle>
            <a:lvl1pPr marL="342900" indent="-342900">
              <a:buFont typeface="+mj-lt"/>
              <a:buAutoNum type="arabicPeriod"/>
              <a:defRPr lang="en-US" sz="1400" dirty="0"/>
            </a:lvl1pPr>
            <a:lvl2pPr marL="571500" indent="-342900">
              <a:buFont typeface="+mj-lt"/>
              <a:buAutoNum type="arabicPeriod"/>
              <a:defRPr lang="en-US" sz="1400" dirty="0"/>
            </a:lvl2pPr>
            <a:lvl3pPr marL="800100" indent="-342900">
              <a:buFont typeface="+mj-lt"/>
              <a:buAutoNum type="arabicPeriod"/>
              <a:defRPr lang="en-US" sz="1400" dirty="0"/>
            </a:lvl3pPr>
            <a:lvl4pPr>
              <a:buFont typeface="+mj-lt"/>
              <a:buAutoNum type="arabicPeriod"/>
              <a:defRPr lang="en-US" sz="1400" dirty="0"/>
            </a:lvl4pPr>
            <a:lvl5pPr>
              <a:buFont typeface="+mj-lt"/>
              <a:buAutoNum type="arabicPeriod"/>
              <a:defRPr lang="en-US" sz="1400" dirty="0"/>
            </a:lvl5pPr>
          </a:lstStyle>
          <a:p>
            <a:pPr marL="228600" lvl="0" indent="-228600"/>
            <a:r>
              <a:rPr lang="ru-RU"/>
              <a:t>Образец текста</a:t>
            </a:r>
          </a:p>
          <a:p>
            <a:pPr marL="228600" lvl="1" indent="-228600"/>
            <a:r>
              <a:rPr lang="ru-RU"/>
              <a:t>Второй уровень</a:t>
            </a:r>
          </a:p>
          <a:p>
            <a:pPr marL="228600" lvl="2" indent="-228600"/>
            <a:r>
              <a:rPr lang="ru-RU"/>
              <a:t>Третий уровень</a:t>
            </a:r>
          </a:p>
          <a:p>
            <a:pPr marL="228600" lvl="3" indent="-228600"/>
            <a:r>
              <a:rPr lang="ru-RU"/>
              <a:t>Четвертый уровень</a:t>
            </a:r>
          </a:p>
          <a:p>
            <a:pPr marL="228600" lvl="4" indent="-228600"/>
            <a:r>
              <a:rPr lang="ru-RU"/>
              <a:t>Пятый уровень</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182880" y="6387737"/>
            <a:ext cx="2703777" cy="338328"/>
          </a:xfrm>
        </p:spPr>
        <p:txBody>
          <a:bodyPr/>
          <a:lstStyle/>
          <a:p>
            <a:endParaRPr lang="ru-RU"/>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E9E84084-15D7-4F36-859F-F56C53A6F4E5}" type="datetime1">
              <a:rPr lang="ru-RU" smtClean="0"/>
              <a:t>15.10.2026</a:t>
            </a:fld>
            <a:endParaRPr lang="ru-RU"/>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E294C9D9-2DEA-415A-A3DF-2372EDC3FB1F}" type="slidenum">
              <a:rPr lang="ru-RU" smtClean="0"/>
              <a:t>‹#›</a:t>
            </a:fld>
            <a:endParaRPr lang="ru-RU"/>
          </a:p>
        </p:txBody>
      </p:sp>
    </p:spTree>
    <p:extLst>
      <p:ext uri="{BB962C8B-B14F-4D97-AF65-F5344CB8AC3E}">
        <p14:creationId xmlns:p14="http://schemas.microsoft.com/office/powerpoint/2010/main" val="990033137"/>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225131" y="1638299"/>
            <a:ext cx="3314700" cy="3873268"/>
          </a:xfrm>
        </p:spPr>
        <p:txBody>
          <a:bodyPr anchor="t">
            <a:normAutofit/>
          </a:bodyPr>
          <a:lstStyle>
            <a:lvl1pPr>
              <a:defRPr sz="3000"/>
            </a:lvl1pPr>
          </a:lstStyle>
          <a:p>
            <a:r>
              <a:rPr lang="ru-RU"/>
              <a:t>Образец заголовка</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4901019" y="1638299"/>
            <a:ext cx="6080760" cy="3873267"/>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ru-RU"/>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4255E2A-8982-450C-A923-417B0C2E922F}" type="datetime1">
              <a:rPr lang="ru-RU" smtClean="0"/>
              <a:t>15.10.2026</a:t>
            </a:fld>
            <a:endParaRPr lang="ru-RU"/>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E294C9D9-2DEA-415A-A3DF-2372EDC3FB1F}" type="slidenum">
              <a:rPr lang="ru-RU" smtClean="0"/>
              <a:t>‹#›</a:t>
            </a:fld>
            <a:endParaRPr lang="ru-RU"/>
          </a:p>
        </p:txBody>
      </p:sp>
    </p:spTree>
    <p:extLst>
      <p:ext uri="{BB962C8B-B14F-4D97-AF65-F5344CB8AC3E}">
        <p14:creationId xmlns:p14="http://schemas.microsoft.com/office/powerpoint/2010/main" val="35140035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2880" y="219456"/>
            <a:ext cx="3310394" cy="4058127"/>
          </a:xfrm>
        </p:spPr>
        <p:txBody>
          <a:bodyPr anchor="t">
            <a:normAutofit/>
          </a:bodyPr>
          <a:lstStyle>
            <a:lvl1pPr>
              <a:defRPr sz="3000"/>
            </a:lvl1pPr>
          </a:lstStyle>
          <a:p>
            <a:r>
              <a:rPr lang="ru-RU"/>
              <a:t>Образец заголовка</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972674" y="266700"/>
            <a:ext cx="7688495" cy="6047836"/>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ru-RU"/>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CDCAFA87-D25E-497C-A210-941991E7D2A4}" type="datetime1">
              <a:rPr lang="ru-RU" smtClean="0"/>
              <a:t>15.10.2026</a:t>
            </a:fld>
            <a:endParaRPr lang="ru-RU"/>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E294C9D9-2DEA-415A-A3DF-2372EDC3FB1F}" type="slidenum">
              <a:rPr lang="ru-RU" smtClean="0"/>
              <a:t>‹#›</a:t>
            </a:fld>
            <a:endParaRPr lang="ru-RU"/>
          </a:p>
        </p:txBody>
      </p:sp>
    </p:spTree>
    <p:extLst>
      <p:ext uri="{BB962C8B-B14F-4D97-AF65-F5344CB8AC3E}">
        <p14:creationId xmlns:p14="http://schemas.microsoft.com/office/powerpoint/2010/main" val="16390713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919525" y="219456"/>
            <a:ext cx="6376547" cy="1066006"/>
          </a:xfrm>
        </p:spPr>
        <p:txBody>
          <a:bodyPr anchor="t"/>
          <a:lstStyle/>
          <a:p>
            <a:r>
              <a:rPr lang="ru-RU"/>
              <a:t>Образец заголовка</a:t>
            </a:r>
            <a:endParaRPr lang="en-US" dirty="0"/>
          </a:p>
        </p:txBody>
      </p:sp>
      <p:sp>
        <p:nvSpPr>
          <p:cNvPr id="10" name="Picture Placeholder 9">
            <a:extLst>
              <a:ext uri="{FF2B5EF4-FFF2-40B4-BE49-F238E27FC236}">
                <a16:creationId xmlns:a16="http://schemas.microsoft.com/office/drawing/2014/main" id="{AC455FC9-9346-2F53-C58C-5C64036CD926}"/>
              </a:ext>
            </a:extLst>
          </p:cNvPr>
          <p:cNvSpPr>
            <a:spLocks noGrp="1"/>
          </p:cNvSpPr>
          <p:nvPr>
            <p:ph type="pic" sz="quarter" idx="13" hasCustomPrompt="1"/>
          </p:nvPr>
        </p:nvSpPr>
        <p:spPr>
          <a:xfrm>
            <a:off x="274320" y="268573"/>
            <a:ext cx="4419600" cy="6325969"/>
          </a:xfrm>
          <a:custGeom>
            <a:avLst/>
            <a:gdLst>
              <a:gd name="connsiteX0" fmla="*/ 300746 w 4381500"/>
              <a:gd name="connsiteY0" fmla="*/ 0 h 6290961"/>
              <a:gd name="connsiteX1" fmla="*/ 4080754 w 4381500"/>
              <a:gd name="connsiteY1" fmla="*/ 0 h 6290961"/>
              <a:gd name="connsiteX2" fmla="*/ 4381500 w 4381500"/>
              <a:gd name="connsiteY2" fmla="*/ 300746 h 6290961"/>
              <a:gd name="connsiteX3" fmla="*/ 4381500 w 4381500"/>
              <a:gd name="connsiteY3" fmla="*/ 5990215 h 6290961"/>
              <a:gd name="connsiteX4" fmla="*/ 4080754 w 4381500"/>
              <a:gd name="connsiteY4" fmla="*/ 6290961 h 6290961"/>
              <a:gd name="connsiteX5" fmla="*/ 300746 w 4381500"/>
              <a:gd name="connsiteY5" fmla="*/ 6290961 h 6290961"/>
              <a:gd name="connsiteX6" fmla="*/ 0 w 4381500"/>
              <a:gd name="connsiteY6" fmla="*/ 5990215 h 6290961"/>
              <a:gd name="connsiteX7" fmla="*/ 0 w 4381500"/>
              <a:gd name="connsiteY7" fmla="*/ 300746 h 6290961"/>
              <a:gd name="connsiteX8" fmla="*/ 300746 w 4381500"/>
              <a:gd name="connsiteY8" fmla="*/ 0 h 6290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81500" h="6290961">
                <a:moveTo>
                  <a:pt x="300746" y="0"/>
                </a:moveTo>
                <a:lnTo>
                  <a:pt x="4080754" y="0"/>
                </a:lnTo>
                <a:cubicBezTo>
                  <a:pt x="4246851" y="0"/>
                  <a:pt x="4381500" y="134649"/>
                  <a:pt x="4381500" y="300746"/>
                </a:cubicBezTo>
                <a:lnTo>
                  <a:pt x="4381500" y="5990215"/>
                </a:lnTo>
                <a:cubicBezTo>
                  <a:pt x="4381500" y="6156312"/>
                  <a:pt x="4246851" y="6290961"/>
                  <a:pt x="4080754" y="6290961"/>
                </a:cubicBezTo>
                <a:lnTo>
                  <a:pt x="300746" y="6290961"/>
                </a:lnTo>
                <a:cubicBezTo>
                  <a:pt x="134649" y="6290961"/>
                  <a:pt x="0" y="6156312"/>
                  <a:pt x="0" y="5990215"/>
                </a:cubicBezTo>
                <a:lnTo>
                  <a:pt x="0" y="300746"/>
                </a:lnTo>
                <a:cubicBezTo>
                  <a:pt x="0" y="134649"/>
                  <a:pt x="134649" y="0"/>
                  <a:pt x="300746"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919526" y="1285462"/>
            <a:ext cx="6376546" cy="4986355"/>
          </a:xfrm>
        </p:spPr>
        <p:txBody>
          <a:bodyPr anchor="b"/>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919526" y="6387737"/>
            <a:ext cx="2703777" cy="338328"/>
          </a:xfrm>
        </p:spPr>
        <p:txBody>
          <a:bodyPr/>
          <a:lstStyle/>
          <a:p>
            <a:endParaRPr lang="ru-RU"/>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60F6139E-B88E-4434-A7F1-B43174DC65B6}" type="datetime1">
              <a:rPr lang="ru-RU" smtClean="0"/>
              <a:t>15.10.2026</a:t>
            </a:fld>
            <a:endParaRPr lang="ru-RU"/>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E294C9D9-2DEA-415A-A3DF-2372EDC3FB1F}" type="slidenum">
              <a:rPr lang="ru-RU" smtClean="0"/>
              <a:t>‹#›</a:t>
            </a:fld>
            <a:endParaRPr lang="ru-RU"/>
          </a:p>
        </p:txBody>
      </p:sp>
    </p:spTree>
    <p:extLst>
      <p:ext uri="{BB962C8B-B14F-4D97-AF65-F5344CB8AC3E}">
        <p14:creationId xmlns:p14="http://schemas.microsoft.com/office/powerpoint/2010/main" val="41361014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88702" y="219456"/>
            <a:ext cx="7241297" cy="923544"/>
          </a:xfrm>
        </p:spPr>
        <p:txBody>
          <a:bodyPr anchor="t"/>
          <a:lstStyle>
            <a:lvl1pPr>
              <a:defRPr/>
            </a:lvl1pPr>
          </a:lstStyle>
          <a:p>
            <a:r>
              <a:rPr lang="ru-RU"/>
              <a:t>Образец заголовка</a:t>
            </a:r>
            <a:endParaRPr lang="en-US" dirty="0"/>
          </a:p>
        </p:txBody>
      </p:sp>
      <p:sp>
        <p:nvSpPr>
          <p:cNvPr id="20" name="Picture Placeholder 9">
            <a:extLst>
              <a:ext uri="{FF2B5EF4-FFF2-40B4-BE49-F238E27FC236}">
                <a16:creationId xmlns:a16="http://schemas.microsoft.com/office/drawing/2014/main" id="{FC55F3DB-E75F-ADDF-8222-D3F62F2CCE82}"/>
              </a:ext>
            </a:extLst>
          </p:cNvPr>
          <p:cNvSpPr>
            <a:spLocks noGrp="1"/>
          </p:cNvSpPr>
          <p:nvPr>
            <p:ph type="pic" sz="quarter" idx="13" hasCustomPrompt="1"/>
          </p:nvPr>
        </p:nvSpPr>
        <p:spPr>
          <a:xfrm>
            <a:off x="274320" y="268573"/>
            <a:ext cx="3675888" cy="6327648"/>
          </a:xfrm>
          <a:custGeom>
            <a:avLst/>
            <a:gdLst>
              <a:gd name="connsiteX0" fmla="*/ 301545 w 3675888"/>
              <a:gd name="connsiteY0" fmla="*/ 0 h 6320854"/>
              <a:gd name="connsiteX1" fmla="*/ 3375347 w 3675888"/>
              <a:gd name="connsiteY1" fmla="*/ 0 h 6320854"/>
              <a:gd name="connsiteX2" fmla="*/ 3675888 w 3675888"/>
              <a:gd name="connsiteY2" fmla="*/ 300541 h 6320854"/>
              <a:gd name="connsiteX3" fmla="*/ 3675888 w 3675888"/>
              <a:gd name="connsiteY3" fmla="*/ 6025428 h 6320854"/>
              <a:gd name="connsiteX4" fmla="*/ 3492331 w 3675888"/>
              <a:gd name="connsiteY4" fmla="*/ 6302351 h 6320854"/>
              <a:gd name="connsiteX5" fmla="*/ 3400682 w 3675888"/>
              <a:gd name="connsiteY5" fmla="*/ 6320854 h 6320854"/>
              <a:gd name="connsiteX6" fmla="*/ 275206 w 3675888"/>
              <a:gd name="connsiteY6" fmla="*/ 6320854 h 6320854"/>
              <a:gd name="connsiteX7" fmla="*/ 186647 w 3675888"/>
              <a:gd name="connsiteY7" fmla="*/ 6302975 h 6320854"/>
              <a:gd name="connsiteX8" fmla="*/ 184171 w 3675888"/>
              <a:gd name="connsiteY8" fmla="*/ 6302204 h 6320854"/>
              <a:gd name="connsiteX9" fmla="*/ 114619 w 3675888"/>
              <a:gd name="connsiteY9" fmla="*/ 6259884 h 6320854"/>
              <a:gd name="connsiteX10" fmla="*/ 105939 w 3675888"/>
              <a:gd name="connsiteY10" fmla="*/ 6252721 h 6320854"/>
              <a:gd name="connsiteX11" fmla="*/ 51500 w 3675888"/>
              <a:gd name="connsiteY11" fmla="*/ 6192635 h 6320854"/>
              <a:gd name="connsiteX12" fmla="*/ 16622 w 3675888"/>
              <a:gd name="connsiteY12" fmla="*/ 6119873 h 6320854"/>
              <a:gd name="connsiteX13" fmla="*/ 12537 w 3675888"/>
              <a:gd name="connsiteY13" fmla="*/ 6106716 h 6320854"/>
              <a:gd name="connsiteX14" fmla="*/ 0 w 3675888"/>
              <a:gd name="connsiteY14" fmla="*/ 6023550 h 6320854"/>
              <a:gd name="connsiteX15" fmla="*/ 0 w 3675888"/>
              <a:gd name="connsiteY15" fmla="*/ 302420 h 6320854"/>
              <a:gd name="connsiteX16" fmla="*/ 301545 w 3675888"/>
              <a:gd name="connsiteY16" fmla="*/ 0 h 6320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75888" h="6320854">
                <a:moveTo>
                  <a:pt x="301545" y="0"/>
                </a:moveTo>
                <a:lnTo>
                  <a:pt x="3375347" y="0"/>
                </a:lnTo>
                <a:cubicBezTo>
                  <a:pt x="3541331" y="0"/>
                  <a:pt x="3675888" y="134557"/>
                  <a:pt x="3675888" y="300541"/>
                </a:cubicBezTo>
                <a:lnTo>
                  <a:pt x="3675888" y="6025428"/>
                </a:lnTo>
                <a:cubicBezTo>
                  <a:pt x="3675888" y="6149916"/>
                  <a:pt x="3600200" y="6256727"/>
                  <a:pt x="3492331" y="6302351"/>
                </a:cubicBezTo>
                <a:lnTo>
                  <a:pt x="3400682" y="6320854"/>
                </a:lnTo>
                <a:lnTo>
                  <a:pt x="275206" y="6320854"/>
                </a:lnTo>
                <a:lnTo>
                  <a:pt x="186647" y="6302975"/>
                </a:lnTo>
                <a:lnTo>
                  <a:pt x="184171" y="6302204"/>
                </a:lnTo>
                <a:lnTo>
                  <a:pt x="114619" y="6259884"/>
                </a:lnTo>
                <a:lnTo>
                  <a:pt x="105939" y="6252721"/>
                </a:lnTo>
                <a:lnTo>
                  <a:pt x="51500" y="6192635"/>
                </a:lnTo>
                <a:lnTo>
                  <a:pt x="16622" y="6119873"/>
                </a:lnTo>
                <a:lnTo>
                  <a:pt x="12537" y="6106716"/>
                </a:lnTo>
                <a:lnTo>
                  <a:pt x="0" y="6023550"/>
                </a:lnTo>
                <a:lnTo>
                  <a:pt x="0" y="302420"/>
                </a:lnTo>
                <a:cubicBezTo>
                  <a:pt x="0" y="135398"/>
                  <a:pt x="135007" y="0"/>
                  <a:pt x="30154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188702" y="1143000"/>
            <a:ext cx="7241298" cy="5239512"/>
          </a:xfrm>
        </p:spPr>
        <p:txBody>
          <a:bodyPr anchor="b"/>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188702" y="6382981"/>
            <a:ext cx="2703777" cy="338328"/>
          </a:xfrm>
        </p:spPr>
        <p:txBody>
          <a:bodyPr/>
          <a:lstStyle/>
          <a:p>
            <a:endParaRPr lang="ru-RU"/>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74670348-D143-436F-9129-EED979619D28}" type="datetime1">
              <a:rPr lang="ru-RU" smtClean="0"/>
              <a:t>15.10.2026</a:t>
            </a:fld>
            <a:endParaRPr lang="ru-RU"/>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E294C9D9-2DEA-415A-A3DF-2372EDC3FB1F}" type="slidenum">
              <a:rPr lang="ru-RU" smtClean="0"/>
              <a:t>‹#›</a:t>
            </a:fld>
            <a:endParaRPr lang="ru-RU"/>
          </a:p>
        </p:txBody>
      </p:sp>
    </p:spTree>
    <p:extLst>
      <p:ext uri="{BB962C8B-B14F-4D97-AF65-F5344CB8AC3E}">
        <p14:creationId xmlns:p14="http://schemas.microsoft.com/office/powerpoint/2010/main" val="32566425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80" y="219456"/>
            <a:ext cx="7241297" cy="923544"/>
          </a:xfrm>
        </p:spPr>
        <p:txBody>
          <a:bodyPr anchor="t"/>
          <a:lstStyle>
            <a:lvl1pPr>
              <a:defRPr/>
            </a:lvl1pPr>
          </a:lstStyle>
          <a:p>
            <a:r>
              <a:rPr lang="ru-RU"/>
              <a:t>Образец заголовка</a:t>
            </a:r>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182880" y="1143000"/>
            <a:ext cx="7241298" cy="5239512"/>
          </a:xfrm>
        </p:spPr>
        <p:txBody>
          <a:bodyPr anchor="b"/>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82880" y="6382981"/>
            <a:ext cx="2703777" cy="338328"/>
          </a:xfrm>
        </p:spPr>
        <p:txBody>
          <a:bodyPr/>
          <a:lstStyle/>
          <a:p>
            <a:endParaRPr lang="ru-RU"/>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392093" y="6387128"/>
            <a:ext cx="1032084" cy="338328"/>
          </a:xfrm>
        </p:spPr>
        <p:txBody>
          <a:bodyPr/>
          <a:lstStyle>
            <a:lvl1pPr>
              <a:defRPr>
                <a:solidFill>
                  <a:schemeClr val="tx1"/>
                </a:solidFill>
                <a:effectLst/>
              </a:defRPr>
            </a:lvl1pPr>
          </a:lstStyle>
          <a:p>
            <a:fld id="{0BF40F54-ED29-4155-B487-1AE9DC91D7FE}" type="datetime1">
              <a:rPr lang="ru-RU" smtClean="0"/>
              <a:t>15.10.2026</a:t>
            </a:fld>
            <a:endParaRPr lang="ru-RU"/>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7424177" y="6387128"/>
            <a:ext cx="457200" cy="338328"/>
          </a:xfrm>
        </p:spPr>
        <p:txBody>
          <a:bodyPr/>
          <a:lstStyle/>
          <a:p>
            <a:fld id="{E294C9D9-2DEA-415A-A3DF-2372EDC3FB1F}" type="slidenum">
              <a:rPr lang="ru-RU" smtClean="0"/>
              <a:t>‹#›</a:t>
            </a:fld>
            <a:endParaRPr lang="ru-RU"/>
          </a:p>
        </p:txBody>
      </p:sp>
      <p:sp>
        <p:nvSpPr>
          <p:cNvPr id="4" name="Picture Placeholder 9">
            <a:extLst>
              <a:ext uri="{FF2B5EF4-FFF2-40B4-BE49-F238E27FC236}">
                <a16:creationId xmlns:a16="http://schemas.microsoft.com/office/drawing/2014/main" id="{F47C8A4F-E753-8148-3650-49C421EB5479}"/>
              </a:ext>
            </a:extLst>
          </p:cNvPr>
          <p:cNvSpPr>
            <a:spLocks noGrp="1"/>
          </p:cNvSpPr>
          <p:nvPr>
            <p:ph type="pic" sz="quarter" idx="13" hasCustomPrompt="1"/>
          </p:nvPr>
        </p:nvSpPr>
        <p:spPr>
          <a:xfrm>
            <a:off x="8249412" y="268573"/>
            <a:ext cx="3675888" cy="6327648"/>
          </a:xfrm>
          <a:custGeom>
            <a:avLst/>
            <a:gdLst>
              <a:gd name="connsiteX0" fmla="*/ 301545 w 3675888"/>
              <a:gd name="connsiteY0" fmla="*/ 0 h 6320854"/>
              <a:gd name="connsiteX1" fmla="*/ 3375347 w 3675888"/>
              <a:gd name="connsiteY1" fmla="*/ 0 h 6320854"/>
              <a:gd name="connsiteX2" fmla="*/ 3675888 w 3675888"/>
              <a:gd name="connsiteY2" fmla="*/ 300541 h 6320854"/>
              <a:gd name="connsiteX3" fmla="*/ 3675888 w 3675888"/>
              <a:gd name="connsiteY3" fmla="*/ 6025428 h 6320854"/>
              <a:gd name="connsiteX4" fmla="*/ 3492331 w 3675888"/>
              <a:gd name="connsiteY4" fmla="*/ 6302351 h 6320854"/>
              <a:gd name="connsiteX5" fmla="*/ 3400682 w 3675888"/>
              <a:gd name="connsiteY5" fmla="*/ 6320854 h 6320854"/>
              <a:gd name="connsiteX6" fmla="*/ 275206 w 3675888"/>
              <a:gd name="connsiteY6" fmla="*/ 6320854 h 6320854"/>
              <a:gd name="connsiteX7" fmla="*/ 186647 w 3675888"/>
              <a:gd name="connsiteY7" fmla="*/ 6302975 h 6320854"/>
              <a:gd name="connsiteX8" fmla="*/ 184171 w 3675888"/>
              <a:gd name="connsiteY8" fmla="*/ 6302204 h 6320854"/>
              <a:gd name="connsiteX9" fmla="*/ 114619 w 3675888"/>
              <a:gd name="connsiteY9" fmla="*/ 6259883 h 6320854"/>
              <a:gd name="connsiteX10" fmla="*/ 105939 w 3675888"/>
              <a:gd name="connsiteY10" fmla="*/ 6252722 h 6320854"/>
              <a:gd name="connsiteX11" fmla="*/ 51500 w 3675888"/>
              <a:gd name="connsiteY11" fmla="*/ 6192635 h 6320854"/>
              <a:gd name="connsiteX12" fmla="*/ 16622 w 3675888"/>
              <a:gd name="connsiteY12" fmla="*/ 6119873 h 6320854"/>
              <a:gd name="connsiteX13" fmla="*/ 12538 w 3675888"/>
              <a:gd name="connsiteY13" fmla="*/ 6106716 h 6320854"/>
              <a:gd name="connsiteX14" fmla="*/ 0 w 3675888"/>
              <a:gd name="connsiteY14" fmla="*/ 6023550 h 6320854"/>
              <a:gd name="connsiteX15" fmla="*/ 0 w 3675888"/>
              <a:gd name="connsiteY15" fmla="*/ 302420 h 6320854"/>
              <a:gd name="connsiteX16" fmla="*/ 301545 w 3675888"/>
              <a:gd name="connsiteY16" fmla="*/ 0 h 6320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75888" h="6320854">
                <a:moveTo>
                  <a:pt x="301545" y="0"/>
                </a:moveTo>
                <a:lnTo>
                  <a:pt x="3375347" y="0"/>
                </a:lnTo>
                <a:cubicBezTo>
                  <a:pt x="3541331" y="0"/>
                  <a:pt x="3675888" y="134557"/>
                  <a:pt x="3675888" y="300541"/>
                </a:cubicBezTo>
                <a:lnTo>
                  <a:pt x="3675888" y="6025428"/>
                </a:lnTo>
                <a:cubicBezTo>
                  <a:pt x="3675888" y="6149916"/>
                  <a:pt x="3600200" y="6256727"/>
                  <a:pt x="3492331" y="6302351"/>
                </a:cubicBezTo>
                <a:lnTo>
                  <a:pt x="3400682" y="6320854"/>
                </a:lnTo>
                <a:lnTo>
                  <a:pt x="275206" y="6320854"/>
                </a:lnTo>
                <a:lnTo>
                  <a:pt x="186647" y="6302975"/>
                </a:lnTo>
                <a:lnTo>
                  <a:pt x="184171" y="6302204"/>
                </a:lnTo>
                <a:lnTo>
                  <a:pt x="114619" y="6259883"/>
                </a:lnTo>
                <a:lnTo>
                  <a:pt x="105939" y="6252722"/>
                </a:lnTo>
                <a:lnTo>
                  <a:pt x="51500" y="6192635"/>
                </a:lnTo>
                <a:lnTo>
                  <a:pt x="16622" y="6119873"/>
                </a:lnTo>
                <a:lnTo>
                  <a:pt x="12538" y="6106716"/>
                </a:lnTo>
                <a:lnTo>
                  <a:pt x="0" y="6023550"/>
                </a:lnTo>
                <a:lnTo>
                  <a:pt x="0" y="302420"/>
                </a:lnTo>
                <a:cubicBezTo>
                  <a:pt x="0" y="135398"/>
                  <a:pt x="135007" y="0"/>
                  <a:pt x="30154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42810705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5855" y="219456"/>
            <a:ext cx="4717429" cy="1180888"/>
          </a:xfrm>
        </p:spPr>
        <p:txBody>
          <a:bodyPr anchor="t"/>
          <a:lstStyle/>
          <a:p>
            <a:r>
              <a:rPr lang="ru-RU"/>
              <a:t>Образец заголовка</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85855" y="1400344"/>
            <a:ext cx="4729045" cy="4871473"/>
          </a:xfrm>
        </p:spPr>
        <p:txBody>
          <a:bodyPr anchor="b"/>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endParaRPr lang="ru-RU"/>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588172" y="6390795"/>
            <a:ext cx="1298784" cy="338328"/>
          </a:xfrm>
        </p:spPr>
        <p:txBody>
          <a:bodyPr/>
          <a:lstStyle/>
          <a:p>
            <a:fld id="{4A6BD9A3-5529-4EFB-87FC-DF25E53CA87E}" type="datetime1">
              <a:rPr lang="ru-RU" smtClean="0"/>
              <a:t>15.10.2026</a:t>
            </a:fld>
            <a:endParaRPr lang="ru-RU"/>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886956" y="6390795"/>
            <a:ext cx="457200" cy="338328"/>
          </a:xfrm>
        </p:spPr>
        <p:txBody>
          <a:bodyPr/>
          <a:lstStyle>
            <a:lvl1pPr>
              <a:defRPr>
                <a:solidFill>
                  <a:schemeClr val="tx1"/>
                </a:solidFill>
                <a:effectLst/>
              </a:defRPr>
            </a:lvl1pPr>
          </a:lstStyle>
          <a:p>
            <a:fld id="{E294C9D9-2DEA-415A-A3DF-2372EDC3FB1F}" type="slidenum">
              <a:rPr lang="ru-RU" smtClean="0"/>
              <a:t>‹#›</a:t>
            </a:fld>
            <a:endParaRPr lang="ru-RU"/>
          </a:p>
        </p:txBody>
      </p:sp>
      <p:sp>
        <p:nvSpPr>
          <p:cNvPr id="4" name="Picture Placeholder 3">
            <a:extLst>
              <a:ext uri="{FF2B5EF4-FFF2-40B4-BE49-F238E27FC236}">
                <a16:creationId xmlns:a16="http://schemas.microsoft.com/office/drawing/2014/main" id="{00846273-A5CB-BDCB-C625-903F863EC307}"/>
              </a:ext>
            </a:extLst>
          </p:cNvPr>
          <p:cNvSpPr>
            <a:spLocks noGrp="1"/>
          </p:cNvSpPr>
          <p:nvPr>
            <p:ph type="pic" sz="quarter" idx="13" hasCustomPrompt="1"/>
          </p:nvPr>
        </p:nvSpPr>
        <p:spPr>
          <a:xfrm>
            <a:off x="5600703" y="266700"/>
            <a:ext cx="6324469" cy="6324600"/>
          </a:xfrm>
          <a:custGeom>
            <a:avLst/>
            <a:gdLst>
              <a:gd name="connsiteX0" fmla="*/ 269395 w 6111507"/>
              <a:gd name="connsiteY0" fmla="*/ 0 h 6172338"/>
              <a:gd name="connsiteX1" fmla="*/ 5842112 w 6111507"/>
              <a:gd name="connsiteY1" fmla="*/ 0 h 6172338"/>
              <a:gd name="connsiteX2" fmla="*/ 6111507 w 6111507"/>
              <a:gd name="connsiteY2" fmla="*/ 268145 h 6172338"/>
              <a:gd name="connsiteX3" fmla="*/ 6111507 w 6111507"/>
              <a:gd name="connsiteY3" fmla="*/ 5904194 h 6172338"/>
              <a:gd name="connsiteX4" fmla="*/ 5842112 w 6111507"/>
              <a:gd name="connsiteY4" fmla="*/ 6172338 h 6172338"/>
              <a:gd name="connsiteX5" fmla="*/ 269395 w 6111507"/>
              <a:gd name="connsiteY5" fmla="*/ 6172338 h 6172338"/>
              <a:gd name="connsiteX6" fmla="*/ 0 w 6111507"/>
              <a:gd name="connsiteY6" fmla="*/ 5904194 h 6172338"/>
              <a:gd name="connsiteX7" fmla="*/ 0 w 6111507"/>
              <a:gd name="connsiteY7" fmla="*/ 268145 h 6172338"/>
              <a:gd name="connsiteX8" fmla="*/ 269395 w 6111507"/>
              <a:gd name="connsiteY8" fmla="*/ 0 h 6172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11507" h="6172338">
                <a:moveTo>
                  <a:pt x="269395" y="0"/>
                </a:moveTo>
                <a:lnTo>
                  <a:pt x="5842112" y="0"/>
                </a:lnTo>
                <a:cubicBezTo>
                  <a:pt x="5990895" y="0"/>
                  <a:pt x="6111507" y="120052"/>
                  <a:pt x="6111507" y="268145"/>
                </a:cubicBezTo>
                <a:lnTo>
                  <a:pt x="6111507" y="5904194"/>
                </a:lnTo>
                <a:cubicBezTo>
                  <a:pt x="6111507" y="6052286"/>
                  <a:pt x="5990895" y="6172338"/>
                  <a:pt x="5842112" y="6172338"/>
                </a:cubicBezTo>
                <a:lnTo>
                  <a:pt x="269395" y="6172338"/>
                </a:lnTo>
                <a:cubicBezTo>
                  <a:pt x="120612" y="6172338"/>
                  <a:pt x="0" y="6052286"/>
                  <a:pt x="0" y="5904194"/>
                </a:cubicBezTo>
                <a:lnTo>
                  <a:pt x="0" y="268145"/>
                </a:lnTo>
                <a:cubicBezTo>
                  <a:pt x="0" y="120052"/>
                  <a:pt x="120612" y="0"/>
                  <a:pt x="26939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16505284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81" y="220869"/>
            <a:ext cx="3208020" cy="3088635"/>
          </a:xfrm>
        </p:spPr>
        <p:txBody>
          <a:bodyPr anchor="t"/>
          <a:lstStyle/>
          <a:p>
            <a:r>
              <a:rPr lang="ru-RU"/>
              <a:t>Образец заголовка</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endParaRPr lang="ru-RU"/>
          </a:p>
        </p:txBody>
      </p:sp>
      <p:sp>
        <p:nvSpPr>
          <p:cNvPr id="4" name="Picture Placeholder 3">
            <a:extLst>
              <a:ext uri="{FF2B5EF4-FFF2-40B4-BE49-F238E27FC236}">
                <a16:creationId xmlns:a16="http://schemas.microsoft.com/office/drawing/2014/main" id="{26FEEE5C-15B3-8386-23D3-B6B236C668F2}"/>
              </a:ext>
            </a:extLst>
          </p:cNvPr>
          <p:cNvSpPr>
            <a:spLocks noGrp="1"/>
          </p:cNvSpPr>
          <p:nvPr>
            <p:ph type="pic" sz="quarter" idx="13" hasCustomPrompt="1"/>
          </p:nvPr>
        </p:nvSpPr>
        <p:spPr>
          <a:xfrm>
            <a:off x="4686300" y="266700"/>
            <a:ext cx="3500538" cy="6324600"/>
          </a:xfrm>
          <a:custGeom>
            <a:avLst/>
            <a:gdLst>
              <a:gd name="connsiteX0" fmla="*/ 292116 w 3808553"/>
              <a:gd name="connsiteY0" fmla="*/ 0 h 6172200"/>
              <a:gd name="connsiteX1" fmla="*/ 3516437 w 3808553"/>
              <a:gd name="connsiteY1" fmla="*/ 0 h 6172200"/>
              <a:gd name="connsiteX2" fmla="*/ 3808553 w 3808553"/>
              <a:gd name="connsiteY2" fmla="*/ 292116 h 6172200"/>
              <a:gd name="connsiteX3" fmla="*/ 3808553 w 3808553"/>
              <a:gd name="connsiteY3" fmla="*/ 5880084 h 6172200"/>
              <a:gd name="connsiteX4" fmla="*/ 3516437 w 3808553"/>
              <a:gd name="connsiteY4" fmla="*/ 6172200 h 6172200"/>
              <a:gd name="connsiteX5" fmla="*/ 292116 w 3808553"/>
              <a:gd name="connsiteY5" fmla="*/ 6172200 h 6172200"/>
              <a:gd name="connsiteX6" fmla="*/ 0 w 3808553"/>
              <a:gd name="connsiteY6" fmla="*/ 5880084 h 6172200"/>
              <a:gd name="connsiteX7" fmla="*/ 0 w 3808553"/>
              <a:gd name="connsiteY7" fmla="*/ 292116 h 6172200"/>
              <a:gd name="connsiteX8" fmla="*/ 292116 w 3808553"/>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08553" h="6172200">
                <a:moveTo>
                  <a:pt x="292116" y="0"/>
                </a:moveTo>
                <a:lnTo>
                  <a:pt x="3516437" y="0"/>
                </a:lnTo>
                <a:cubicBezTo>
                  <a:pt x="3677768" y="0"/>
                  <a:pt x="3808553" y="130785"/>
                  <a:pt x="3808553" y="292116"/>
                </a:cubicBezTo>
                <a:lnTo>
                  <a:pt x="3808553" y="5880084"/>
                </a:lnTo>
                <a:cubicBezTo>
                  <a:pt x="3808553" y="6041415"/>
                  <a:pt x="3677768" y="6172200"/>
                  <a:pt x="3516437" y="6172200"/>
                </a:cubicBezTo>
                <a:lnTo>
                  <a:pt x="292116" y="6172200"/>
                </a:lnTo>
                <a:cubicBezTo>
                  <a:pt x="130785" y="6172200"/>
                  <a:pt x="0" y="6041415"/>
                  <a:pt x="0" y="5880084"/>
                </a:cubicBezTo>
                <a:lnTo>
                  <a:pt x="0" y="292116"/>
                </a:lnTo>
                <a:cubicBezTo>
                  <a:pt x="0" y="130785"/>
                  <a:pt x="130785" y="0"/>
                  <a:pt x="292116"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8461087" y="220870"/>
            <a:ext cx="3200400" cy="6055554"/>
          </a:xfrm>
        </p:spPr>
        <p:txBody>
          <a:bodyPr anchor="b"/>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B1EAD283-6F5C-4FE7-96A5-7DA948460113}" type="datetime1">
              <a:rPr lang="ru-RU" smtClean="0"/>
              <a:t>15.10.2026</a:t>
            </a:fld>
            <a:endParaRPr lang="ru-RU"/>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E294C9D9-2DEA-415A-A3DF-2372EDC3FB1F}" type="slidenum">
              <a:rPr lang="ru-RU" smtClean="0"/>
              <a:t>‹#›</a:t>
            </a:fld>
            <a:endParaRPr lang="ru-RU"/>
          </a:p>
        </p:txBody>
      </p:sp>
    </p:spTree>
    <p:extLst>
      <p:ext uri="{BB962C8B-B14F-4D97-AF65-F5344CB8AC3E}">
        <p14:creationId xmlns:p14="http://schemas.microsoft.com/office/powerpoint/2010/main" val="8644898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513755" y="219456"/>
            <a:ext cx="3891435" cy="1225339"/>
          </a:xfrm>
        </p:spPr>
        <p:txBody>
          <a:bodyPr anchor="t"/>
          <a:lstStyle/>
          <a:p>
            <a:r>
              <a:rPr lang="ru-RU"/>
              <a:t>Образец заголовка</a:t>
            </a:r>
            <a:endParaRPr lang="en-US" dirty="0"/>
          </a:p>
        </p:txBody>
      </p:sp>
      <p:sp>
        <p:nvSpPr>
          <p:cNvPr id="14" name="Picture Placeholder 13">
            <a:extLst>
              <a:ext uri="{FF2B5EF4-FFF2-40B4-BE49-F238E27FC236}">
                <a16:creationId xmlns:a16="http://schemas.microsoft.com/office/drawing/2014/main" id="{B3BE62AC-2855-BB28-0282-25CA658273E5}"/>
              </a:ext>
            </a:extLst>
          </p:cNvPr>
          <p:cNvSpPr>
            <a:spLocks noGrp="1"/>
          </p:cNvSpPr>
          <p:nvPr>
            <p:ph type="pic" sz="quarter" idx="13" hasCustomPrompt="1"/>
          </p:nvPr>
        </p:nvSpPr>
        <p:spPr>
          <a:xfrm>
            <a:off x="270473" y="265176"/>
            <a:ext cx="6984636" cy="6327648"/>
          </a:xfrm>
          <a:custGeom>
            <a:avLst/>
            <a:gdLst>
              <a:gd name="connsiteX0" fmla="*/ 302565 w 7228936"/>
              <a:gd name="connsiteY0" fmla="*/ 0 h 6316602"/>
              <a:gd name="connsiteX1" fmla="*/ 6926371 w 7228936"/>
              <a:gd name="connsiteY1" fmla="*/ 0 h 6316602"/>
              <a:gd name="connsiteX2" fmla="*/ 7228936 w 7228936"/>
              <a:gd name="connsiteY2" fmla="*/ 302565 h 6316602"/>
              <a:gd name="connsiteX3" fmla="*/ 7228936 w 7228936"/>
              <a:gd name="connsiteY3" fmla="*/ 6014037 h 6316602"/>
              <a:gd name="connsiteX4" fmla="*/ 6926371 w 7228936"/>
              <a:gd name="connsiteY4" fmla="*/ 6316602 h 6316602"/>
              <a:gd name="connsiteX5" fmla="*/ 302565 w 7228936"/>
              <a:gd name="connsiteY5" fmla="*/ 6316602 h 6316602"/>
              <a:gd name="connsiteX6" fmla="*/ 0 w 7228936"/>
              <a:gd name="connsiteY6" fmla="*/ 6014037 h 6316602"/>
              <a:gd name="connsiteX7" fmla="*/ 0 w 7228936"/>
              <a:gd name="connsiteY7" fmla="*/ 302565 h 6316602"/>
              <a:gd name="connsiteX8" fmla="*/ 302565 w 7228936"/>
              <a:gd name="connsiteY8" fmla="*/ 0 h 6316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28936" h="6316602">
                <a:moveTo>
                  <a:pt x="302565" y="0"/>
                </a:moveTo>
                <a:lnTo>
                  <a:pt x="6926371" y="0"/>
                </a:lnTo>
                <a:cubicBezTo>
                  <a:pt x="7093473" y="0"/>
                  <a:pt x="7228936" y="135463"/>
                  <a:pt x="7228936" y="302565"/>
                </a:cubicBezTo>
                <a:lnTo>
                  <a:pt x="7228936" y="6014037"/>
                </a:lnTo>
                <a:cubicBezTo>
                  <a:pt x="7228936" y="6181139"/>
                  <a:pt x="7093473" y="6316602"/>
                  <a:pt x="6926371" y="6316602"/>
                </a:cubicBezTo>
                <a:lnTo>
                  <a:pt x="302565" y="6316602"/>
                </a:lnTo>
                <a:cubicBezTo>
                  <a:pt x="135463" y="6316602"/>
                  <a:pt x="0" y="6181139"/>
                  <a:pt x="0" y="6014037"/>
                </a:cubicBezTo>
                <a:lnTo>
                  <a:pt x="0" y="302565"/>
                </a:lnTo>
                <a:cubicBezTo>
                  <a:pt x="0" y="135463"/>
                  <a:pt x="135463" y="0"/>
                  <a:pt x="30256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513753" y="1435652"/>
            <a:ext cx="3891435" cy="4833862"/>
          </a:xfrm>
        </p:spPr>
        <p:txBody>
          <a:bodyPr anchor="b"/>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515079" y="6387128"/>
            <a:ext cx="2703777" cy="338328"/>
          </a:xfrm>
        </p:spPr>
        <p:txBody>
          <a:bodyPr/>
          <a:lstStyle/>
          <a:p>
            <a:endParaRPr lang="ru-RU"/>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DDA65EB6-0C0C-4723-87DB-EADF164F8E5B}" type="datetime1">
              <a:rPr lang="ru-RU" smtClean="0"/>
              <a:t>15.10.2026</a:t>
            </a:fld>
            <a:endParaRPr lang="ru-RU"/>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E294C9D9-2DEA-415A-A3DF-2372EDC3FB1F}" type="slidenum">
              <a:rPr lang="ru-RU" smtClean="0"/>
              <a:t>‹#›</a:t>
            </a:fld>
            <a:endParaRPr lang="ru-RU"/>
          </a:p>
        </p:txBody>
      </p:sp>
    </p:spTree>
    <p:extLst>
      <p:ext uri="{BB962C8B-B14F-4D97-AF65-F5344CB8AC3E}">
        <p14:creationId xmlns:p14="http://schemas.microsoft.com/office/powerpoint/2010/main" val="20492209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5854" y="219456"/>
            <a:ext cx="3234982" cy="1577218"/>
          </a:xfrm>
        </p:spPr>
        <p:txBody>
          <a:bodyPr anchor="t"/>
          <a:lstStyle/>
          <a:p>
            <a:r>
              <a:rPr lang="ru-RU"/>
              <a:t>Образец заголовка</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185854" y="1796675"/>
            <a:ext cx="3234982" cy="4471476"/>
          </a:xfrm>
        </p:spPr>
        <p:txBody>
          <a:bodyPr vert="horz" lIns="91440" tIns="45720" rIns="91440" bIns="45720" rtlCol="0" anchor="b">
            <a:normAutofit/>
          </a:bodyPr>
          <a:lstStyle>
            <a:lvl1pPr>
              <a:defRPr lang="en-US" dirty="0"/>
            </a:lvl1pPr>
            <a:lvl2pPr>
              <a:defRPr lang="en-US" dirty="0"/>
            </a:lvl2pPr>
            <a:lvl3pPr>
              <a:defRPr lang="en-US" dirty="0"/>
            </a:lvl3pPr>
            <a:lvl4pPr>
              <a:defRPr lang="en-US" dirty="0"/>
            </a:lvl4pPr>
            <a:lvl5pPr>
              <a:defRPr lang="en-US" dirty="0"/>
            </a:lvl5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78705" y="6387128"/>
            <a:ext cx="2095770" cy="338328"/>
          </a:xfrm>
        </p:spPr>
        <p:txBody>
          <a:bodyPr/>
          <a:lstStyle/>
          <a:p>
            <a:endParaRPr lang="ru-RU"/>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2206416" y="6390795"/>
            <a:ext cx="1032084" cy="338328"/>
          </a:xfrm>
        </p:spPr>
        <p:txBody>
          <a:bodyPr/>
          <a:lstStyle>
            <a:lvl1pPr>
              <a:defRPr>
                <a:solidFill>
                  <a:schemeClr val="tx1"/>
                </a:solidFill>
                <a:effectLst/>
              </a:defRPr>
            </a:lvl1pPr>
          </a:lstStyle>
          <a:p>
            <a:fld id="{F2CEB32D-B953-42BB-A23C-01EA4E11BFF7}" type="datetime1">
              <a:rPr lang="ru-RU" smtClean="0"/>
              <a:t>15.10.2026</a:t>
            </a:fld>
            <a:endParaRPr lang="ru-RU"/>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238500" y="6390795"/>
            <a:ext cx="457200" cy="338328"/>
          </a:xfrm>
        </p:spPr>
        <p:txBody>
          <a:bodyPr/>
          <a:lstStyle/>
          <a:p>
            <a:fld id="{E294C9D9-2DEA-415A-A3DF-2372EDC3FB1F}" type="slidenum">
              <a:rPr lang="ru-RU" smtClean="0"/>
              <a:t>‹#›</a:t>
            </a:fld>
            <a:endParaRPr lang="ru-RU"/>
          </a:p>
        </p:txBody>
      </p:sp>
      <p:sp>
        <p:nvSpPr>
          <p:cNvPr id="4" name="Picture Placeholder 3">
            <a:extLst>
              <a:ext uri="{FF2B5EF4-FFF2-40B4-BE49-F238E27FC236}">
                <a16:creationId xmlns:a16="http://schemas.microsoft.com/office/drawing/2014/main" id="{65B0EC94-28E6-D665-7491-10A308B0B426}"/>
              </a:ext>
            </a:extLst>
          </p:cNvPr>
          <p:cNvSpPr>
            <a:spLocks noGrp="1"/>
          </p:cNvSpPr>
          <p:nvPr>
            <p:ph type="pic" sz="quarter" idx="13" hasCustomPrompt="1"/>
          </p:nvPr>
        </p:nvSpPr>
        <p:spPr>
          <a:xfrm>
            <a:off x="3965783" y="265176"/>
            <a:ext cx="7959517" cy="6327648"/>
          </a:xfrm>
          <a:custGeom>
            <a:avLst/>
            <a:gdLst>
              <a:gd name="connsiteX0" fmla="*/ 267246 w 7391400"/>
              <a:gd name="connsiteY0" fmla="*/ 0 h 6172200"/>
              <a:gd name="connsiteX1" fmla="*/ 7124155 w 7391400"/>
              <a:gd name="connsiteY1" fmla="*/ 0 h 6172200"/>
              <a:gd name="connsiteX2" fmla="*/ 7391400 w 7391400"/>
              <a:gd name="connsiteY2" fmla="*/ 266886 h 6172200"/>
              <a:gd name="connsiteX3" fmla="*/ 7391400 w 7391400"/>
              <a:gd name="connsiteY3" fmla="*/ 5905314 h 6172200"/>
              <a:gd name="connsiteX4" fmla="*/ 7124155 w 7391400"/>
              <a:gd name="connsiteY4" fmla="*/ 6172200 h 6172200"/>
              <a:gd name="connsiteX5" fmla="*/ 267246 w 7391400"/>
              <a:gd name="connsiteY5" fmla="*/ 6172200 h 6172200"/>
              <a:gd name="connsiteX6" fmla="*/ 0 w 7391400"/>
              <a:gd name="connsiteY6" fmla="*/ 5905314 h 6172200"/>
              <a:gd name="connsiteX7" fmla="*/ 0 w 7391400"/>
              <a:gd name="connsiteY7" fmla="*/ 266886 h 6172200"/>
              <a:gd name="connsiteX8" fmla="*/ 267246 w 7391400"/>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91400" h="6172200">
                <a:moveTo>
                  <a:pt x="267246" y="0"/>
                </a:moveTo>
                <a:lnTo>
                  <a:pt x="7124155" y="0"/>
                </a:lnTo>
                <a:cubicBezTo>
                  <a:pt x="7271750" y="0"/>
                  <a:pt x="7391400" y="119489"/>
                  <a:pt x="7391400" y="266886"/>
                </a:cubicBezTo>
                <a:lnTo>
                  <a:pt x="7391400" y="5905314"/>
                </a:lnTo>
                <a:cubicBezTo>
                  <a:pt x="7391400" y="6052711"/>
                  <a:pt x="7271750" y="6172200"/>
                  <a:pt x="7124155" y="6172200"/>
                </a:cubicBezTo>
                <a:lnTo>
                  <a:pt x="267246" y="6172200"/>
                </a:lnTo>
                <a:cubicBezTo>
                  <a:pt x="119650" y="6172200"/>
                  <a:pt x="0" y="6052711"/>
                  <a:pt x="0" y="5905314"/>
                </a:cubicBezTo>
                <a:lnTo>
                  <a:pt x="0" y="266886"/>
                </a:lnTo>
                <a:cubicBezTo>
                  <a:pt x="0" y="119489"/>
                  <a:pt x="119650" y="0"/>
                  <a:pt x="267246"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41288842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5878" y="216452"/>
            <a:ext cx="3381587" cy="2213524"/>
          </a:xfrm>
        </p:spPr>
        <p:txBody>
          <a:bodyPr anchor="t">
            <a:normAutofit/>
          </a:bodyPr>
          <a:lstStyle>
            <a:lvl1pPr>
              <a:defRPr sz="3000"/>
            </a:lvl1pPr>
          </a:lstStyle>
          <a:p>
            <a:r>
              <a:rPr lang="ru-RU"/>
              <a:t>Образец заголовка</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62400" y="177492"/>
            <a:ext cx="7962900" cy="2286000"/>
          </a:xfrm>
        </p:spPr>
        <p:txBody>
          <a:bodyPr>
            <a:normAutofit/>
          </a:bodyPr>
          <a:lstStyle>
            <a:lvl1pPr marL="285750" indent="-285750">
              <a:buFont typeface="Arial" panose="020B0604020202020204" pitchFamily="34" charset="0"/>
              <a:buChar char="•"/>
              <a:defRPr sz="1400"/>
            </a:lvl1pPr>
            <a:lvl2pPr marL="514350" indent="-285750">
              <a:buFont typeface="Arial" panose="020B0604020202020204" pitchFamily="34" charset="0"/>
              <a:buChar char="•"/>
              <a:defRPr sz="14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400"/>
            </a:lvl4pPr>
            <a:lvl5pPr marL="1085850" indent="-171450">
              <a:buFont typeface="Arial" panose="020B0604020202020204" pitchFamily="34" charset="0"/>
              <a:buChar char="•"/>
              <a:defRPr sz="1400"/>
            </a:lvl5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85878" y="2513464"/>
            <a:ext cx="2805405" cy="338328"/>
          </a:xfrm>
        </p:spPr>
        <p:txBody>
          <a:bodyPr/>
          <a:lstStyle/>
          <a:p>
            <a:endParaRPr lang="ru-RU"/>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30339" y="2516244"/>
            <a:ext cx="1284010" cy="338328"/>
          </a:xfrm>
        </p:spPr>
        <p:txBody>
          <a:bodyPr/>
          <a:lstStyle/>
          <a:p>
            <a:fld id="{2B12F209-C4FA-40C7-B9A5-2CBFF18E338A}" type="datetime1">
              <a:rPr lang="ru-RU" smtClean="0"/>
              <a:t>15.10.2026</a:t>
            </a:fld>
            <a:endParaRPr lang="ru-RU"/>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509585" y="2513464"/>
            <a:ext cx="449306" cy="338328"/>
          </a:xfrm>
        </p:spPr>
        <p:txBody>
          <a:bodyPr/>
          <a:lstStyle/>
          <a:p>
            <a:fld id="{E294C9D9-2DEA-415A-A3DF-2372EDC3FB1F}" type="slidenum">
              <a:rPr lang="ru-RU" smtClean="0"/>
              <a:t>‹#›</a:t>
            </a:fld>
            <a:endParaRPr lang="ru-RU"/>
          </a:p>
        </p:txBody>
      </p:sp>
      <p:sp>
        <p:nvSpPr>
          <p:cNvPr id="10" name="Picture Placeholder 9">
            <a:extLst>
              <a:ext uri="{FF2B5EF4-FFF2-40B4-BE49-F238E27FC236}">
                <a16:creationId xmlns:a16="http://schemas.microsoft.com/office/drawing/2014/main" id="{EE56056E-3484-D9D0-95D5-818FF4C3C8D6}"/>
              </a:ext>
            </a:extLst>
          </p:cNvPr>
          <p:cNvSpPr>
            <a:spLocks noGrp="1"/>
          </p:cNvSpPr>
          <p:nvPr>
            <p:ph type="pic" sz="quarter" idx="13" hasCustomPrompt="1"/>
          </p:nvPr>
        </p:nvSpPr>
        <p:spPr>
          <a:xfrm>
            <a:off x="274220" y="2935280"/>
            <a:ext cx="11651080" cy="3656020"/>
          </a:xfrm>
          <a:custGeom>
            <a:avLst/>
            <a:gdLst>
              <a:gd name="connsiteX0" fmla="*/ 298989 w 11651080"/>
              <a:gd name="connsiteY0" fmla="*/ 0 h 3656020"/>
              <a:gd name="connsiteX1" fmla="*/ 11352091 w 11651080"/>
              <a:gd name="connsiteY1" fmla="*/ 0 h 3656020"/>
              <a:gd name="connsiteX2" fmla="*/ 11651080 w 11651080"/>
              <a:gd name="connsiteY2" fmla="*/ 298989 h 3656020"/>
              <a:gd name="connsiteX3" fmla="*/ 11651080 w 11651080"/>
              <a:gd name="connsiteY3" fmla="*/ 3357031 h 3656020"/>
              <a:gd name="connsiteX4" fmla="*/ 11352091 w 11651080"/>
              <a:gd name="connsiteY4" fmla="*/ 3656020 h 3656020"/>
              <a:gd name="connsiteX5" fmla="*/ 298989 w 11651080"/>
              <a:gd name="connsiteY5" fmla="*/ 3656020 h 3656020"/>
              <a:gd name="connsiteX6" fmla="*/ 0 w 11651080"/>
              <a:gd name="connsiteY6" fmla="*/ 3357031 h 3656020"/>
              <a:gd name="connsiteX7" fmla="*/ 0 w 11651080"/>
              <a:gd name="connsiteY7" fmla="*/ 298989 h 3656020"/>
              <a:gd name="connsiteX8" fmla="*/ 298989 w 11651080"/>
              <a:gd name="connsiteY8" fmla="*/ 0 h 3656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651080" h="3656020">
                <a:moveTo>
                  <a:pt x="298989" y="0"/>
                </a:moveTo>
                <a:lnTo>
                  <a:pt x="11352091" y="0"/>
                </a:lnTo>
                <a:cubicBezTo>
                  <a:pt x="11517218" y="0"/>
                  <a:pt x="11651080" y="133862"/>
                  <a:pt x="11651080" y="298989"/>
                </a:cubicBezTo>
                <a:lnTo>
                  <a:pt x="11651080" y="3357031"/>
                </a:lnTo>
                <a:cubicBezTo>
                  <a:pt x="11651080" y="3522158"/>
                  <a:pt x="11517218" y="3656020"/>
                  <a:pt x="11352091" y="3656020"/>
                </a:cubicBezTo>
                <a:lnTo>
                  <a:pt x="298989" y="3656020"/>
                </a:lnTo>
                <a:cubicBezTo>
                  <a:pt x="133862" y="3656020"/>
                  <a:pt x="0" y="3522158"/>
                  <a:pt x="0" y="3357031"/>
                </a:cubicBezTo>
                <a:lnTo>
                  <a:pt x="0" y="298989"/>
                </a:lnTo>
                <a:cubicBezTo>
                  <a:pt x="0" y="133862"/>
                  <a:pt x="133862" y="0"/>
                  <a:pt x="298989"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58387730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80" y="219456"/>
            <a:ext cx="3172641" cy="3145019"/>
          </a:xfrm>
        </p:spPr>
        <p:txBody>
          <a:bodyPr anchor="t">
            <a:normAutofit/>
          </a:bodyPr>
          <a:lstStyle>
            <a:lvl1pPr>
              <a:defRPr sz="3000"/>
            </a:lvl1pPr>
          </a:lstStyle>
          <a:p>
            <a:r>
              <a:rPr lang="ru-RU"/>
              <a:t>Образец заголовка</a:t>
            </a:r>
            <a:endParaRPr lang="en-US" dirty="0"/>
          </a:p>
        </p:txBody>
      </p:sp>
      <p:sp>
        <p:nvSpPr>
          <p:cNvPr id="10" name="Picture Placeholder 9">
            <a:extLst>
              <a:ext uri="{FF2B5EF4-FFF2-40B4-BE49-F238E27FC236}">
                <a16:creationId xmlns:a16="http://schemas.microsoft.com/office/drawing/2014/main" id="{A95997E6-BE07-E83F-D207-0CADA004E02A}"/>
              </a:ext>
            </a:extLst>
          </p:cNvPr>
          <p:cNvSpPr>
            <a:spLocks noGrp="1"/>
          </p:cNvSpPr>
          <p:nvPr>
            <p:ph type="pic" sz="quarter" idx="15" hasCustomPrompt="1"/>
          </p:nvPr>
        </p:nvSpPr>
        <p:spPr>
          <a:xfrm>
            <a:off x="4000500" y="265332"/>
            <a:ext cx="7924800" cy="3095837"/>
          </a:xfrm>
          <a:custGeom>
            <a:avLst/>
            <a:gdLst>
              <a:gd name="connsiteX0" fmla="*/ 282309 w 8229600"/>
              <a:gd name="connsiteY0" fmla="*/ 0 h 3095837"/>
              <a:gd name="connsiteX1" fmla="*/ 7947291 w 8229600"/>
              <a:gd name="connsiteY1" fmla="*/ 0 h 3095837"/>
              <a:gd name="connsiteX2" fmla="*/ 8229600 w 8229600"/>
              <a:gd name="connsiteY2" fmla="*/ 282309 h 3095837"/>
              <a:gd name="connsiteX3" fmla="*/ 8229600 w 8229600"/>
              <a:gd name="connsiteY3" fmla="*/ 2813528 h 3095837"/>
              <a:gd name="connsiteX4" fmla="*/ 7947291 w 8229600"/>
              <a:gd name="connsiteY4" fmla="*/ 3095837 h 3095837"/>
              <a:gd name="connsiteX5" fmla="*/ 282309 w 8229600"/>
              <a:gd name="connsiteY5" fmla="*/ 3095837 h 3095837"/>
              <a:gd name="connsiteX6" fmla="*/ 0 w 8229600"/>
              <a:gd name="connsiteY6" fmla="*/ 2813528 h 3095837"/>
              <a:gd name="connsiteX7" fmla="*/ 0 w 8229600"/>
              <a:gd name="connsiteY7" fmla="*/ 282309 h 3095837"/>
              <a:gd name="connsiteX8" fmla="*/ 282309 w 8229600"/>
              <a:gd name="connsiteY8" fmla="*/ 0 h 3095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229600" h="3095837">
                <a:moveTo>
                  <a:pt x="282309" y="0"/>
                </a:moveTo>
                <a:lnTo>
                  <a:pt x="7947291" y="0"/>
                </a:lnTo>
                <a:cubicBezTo>
                  <a:pt x="8103206" y="0"/>
                  <a:pt x="8229600" y="126394"/>
                  <a:pt x="8229600" y="282309"/>
                </a:cubicBezTo>
                <a:lnTo>
                  <a:pt x="8229600" y="2813528"/>
                </a:lnTo>
                <a:cubicBezTo>
                  <a:pt x="8229600" y="2969443"/>
                  <a:pt x="8103206" y="3095837"/>
                  <a:pt x="7947291" y="3095837"/>
                </a:cubicBezTo>
                <a:lnTo>
                  <a:pt x="282309" y="3095837"/>
                </a:lnTo>
                <a:cubicBezTo>
                  <a:pt x="126394" y="3095837"/>
                  <a:pt x="0" y="2969443"/>
                  <a:pt x="0" y="2813528"/>
                </a:cubicBezTo>
                <a:lnTo>
                  <a:pt x="0" y="282309"/>
                </a:lnTo>
                <a:cubicBezTo>
                  <a:pt x="0" y="126394"/>
                  <a:pt x="126394" y="0"/>
                  <a:pt x="282309"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14565" y="3543597"/>
            <a:ext cx="8010734" cy="2843531"/>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ru-RU"/>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CB83988-88B5-4B4B-8004-AD74D8DCA8B3}" type="datetime1">
              <a:rPr lang="ru-RU" smtClean="0"/>
              <a:t>15.10.2026</a:t>
            </a:fld>
            <a:endParaRPr lang="ru-RU"/>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E294C9D9-2DEA-415A-A3DF-2372EDC3FB1F}" type="slidenum">
              <a:rPr lang="ru-RU" smtClean="0"/>
              <a:t>‹#›</a:t>
            </a:fld>
            <a:endParaRPr lang="ru-RU"/>
          </a:p>
        </p:txBody>
      </p:sp>
    </p:spTree>
    <p:extLst>
      <p:ext uri="{BB962C8B-B14F-4D97-AF65-F5344CB8AC3E}">
        <p14:creationId xmlns:p14="http://schemas.microsoft.com/office/powerpoint/2010/main" val="142856767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0E5778B4-3E3F-C3EF-5322-2ECFF646D003}"/>
              </a:ext>
              <a:ext uri="{C183D7F6-B498-43B3-948B-1728B52AA6E4}">
                <adec:decorative xmlns:adec="http://schemas.microsoft.com/office/drawing/2017/decorative" val="1"/>
              </a:ext>
            </a:extLst>
          </p:cNvPr>
          <p:cNvSpPr/>
          <p:nvPr/>
        </p:nvSpPr>
        <p:spPr>
          <a:xfrm>
            <a:off x="1231821" y="760151"/>
            <a:ext cx="9728359" cy="4233673"/>
          </a:xfrm>
          <a:prstGeom prst="roundRect">
            <a:avLst>
              <a:gd name="adj" fmla="val 7502"/>
            </a:avLst>
          </a:pr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B32242A1-A384-8CB1-904B-45EEDF23C323}"/>
              </a:ext>
            </a:extLst>
          </p:cNvPr>
          <p:cNvSpPr>
            <a:spLocks noGrp="1"/>
          </p:cNvSpPr>
          <p:nvPr>
            <p:ph type="title"/>
          </p:nvPr>
        </p:nvSpPr>
        <p:spPr>
          <a:xfrm>
            <a:off x="1446276" y="5255159"/>
            <a:ext cx="9299448" cy="1025326"/>
          </a:xfrm>
        </p:spPr>
        <p:txBody>
          <a:bodyPr anchor="ctr">
            <a:normAutofit/>
          </a:bodyPr>
          <a:lstStyle>
            <a:lvl1pPr algn="ctr">
              <a:lnSpc>
                <a:spcPct val="90000"/>
              </a:lnSpc>
              <a:defRPr sz="2400" spc="-50" baseline="0">
                <a:solidFill>
                  <a:schemeClr val="tx1"/>
                </a:solidFill>
              </a:defRPr>
            </a:lvl1pPr>
          </a:lstStyle>
          <a:p>
            <a:r>
              <a:rPr lang="ru-RU"/>
              <a:t>Образец заголовка</a:t>
            </a:r>
            <a:endParaRPr lang="en-US" dirty="0"/>
          </a:p>
        </p:txBody>
      </p:sp>
      <p:sp>
        <p:nvSpPr>
          <p:cNvPr id="7" name="Content Placeholder 6">
            <a:extLst>
              <a:ext uri="{FF2B5EF4-FFF2-40B4-BE49-F238E27FC236}">
                <a16:creationId xmlns:a16="http://schemas.microsoft.com/office/drawing/2014/main" id="{76F59BDE-94E7-56D6-3D7F-6145311BA2D8}"/>
              </a:ext>
            </a:extLst>
          </p:cNvPr>
          <p:cNvSpPr>
            <a:spLocks noGrp="1"/>
          </p:cNvSpPr>
          <p:nvPr>
            <p:ph sz="quarter" idx="13" hasCustomPrompt="1"/>
          </p:nvPr>
        </p:nvSpPr>
        <p:spPr>
          <a:xfrm>
            <a:off x="1446276" y="1293091"/>
            <a:ext cx="9299448" cy="3943921"/>
          </a:xfrm>
        </p:spPr>
        <p:txBody>
          <a:bodyPr anchor="ctr">
            <a:normAutofit/>
          </a:bodyPr>
          <a:lstStyle>
            <a:lvl1pPr marL="0" indent="0" algn="ctr">
              <a:lnSpc>
                <a:spcPct val="80000"/>
              </a:lnSpc>
              <a:buNone/>
              <a:defRPr sz="26000" spc="-100" baseline="0">
                <a:solidFill>
                  <a:schemeClr val="tx1"/>
                </a:solidFill>
              </a:defRPr>
            </a:lvl1pPr>
          </a:lstStyle>
          <a:p>
            <a:pPr lvl="0"/>
            <a:r>
              <a:rPr lang="en-US" dirty="0"/>
              <a:t>XX%</a:t>
            </a:r>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p>
            <a:endParaRPr lang="ru-RU"/>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p:txBody>
          <a:bodyPr/>
          <a:lstStyle/>
          <a:p>
            <a:fld id="{F298FEDD-BD0E-44D0-8A43-43D2423273A1}" type="datetime1">
              <a:rPr lang="ru-RU" smtClean="0"/>
              <a:t>15.10.2026</a:t>
            </a:fld>
            <a:endParaRPr lang="ru-RU"/>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p>
            <a:fld id="{E294C9D9-2DEA-415A-A3DF-2372EDC3FB1F}" type="slidenum">
              <a:rPr lang="ru-RU" smtClean="0"/>
              <a:t>‹#›</a:t>
            </a:fld>
            <a:endParaRPr lang="ru-RU"/>
          </a:p>
        </p:txBody>
      </p:sp>
    </p:spTree>
    <p:extLst>
      <p:ext uri="{BB962C8B-B14F-4D97-AF65-F5344CB8AC3E}">
        <p14:creationId xmlns:p14="http://schemas.microsoft.com/office/powerpoint/2010/main" val="16327745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ru-RU"/>
              <a:t>Образец заголовка</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82880" y="173736"/>
            <a:ext cx="10475499" cy="4850651"/>
          </a:xfrm>
        </p:spPr>
        <p:txBody>
          <a:bodyPr anchor="t">
            <a:noAutofit/>
          </a:bodyPr>
          <a:lstStyle>
            <a:lvl1pPr marL="0" indent="0">
              <a:lnSpc>
                <a:spcPct val="90000"/>
              </a:lnSpc>
              <a:buNone/>
              <a:defRPr sz="7600" b="0" cap="none" spc="-50" baseline="0"/>
            </a:lvl1pPr>
            <a:lvl2pPr marL="228600" indent="0">
              <a:lnSpc>
                <a:spcPct val="90000"/>
              </a:lnSpc>
              <a:buNone/>
              <a:defRPr sz="6600" b="0" cap="none" spc="-50" baseline="0"/>
            </a:lvl2pPr>
            <a:lvl3pPr marL="457200" indent="0">
              <a:lnSpc>
                <a:spcPct val="90000"/>
              </a:lnSpc>
              <a:buNone/>
              <a:defRPr sz="6000" b="0" cap="none" spc="-50" baseline="0"/>
            </a:lvl3pPr>
            <a:lvl4pPr marL="685800" indent="0">
              <a:lnSpc>
                <a:spcPct val="90000"/>
              </a:lnSpc>
              <a:buNone/>
              <a:defRPr sz="5400" b="0" cap="none" spc="-50" baseline="0"/>
            </a:lvl4pPr>
            <a:lvl5pPr marL="914400" indent="0">
              <a:lnSpc>
                <a:spcPct val="90000"/>
              </a:lnSpc>
              <a:buNone/>
              <a:defRPr sz="4800" b="0" cap="none" spc="-50" baseline="0"/>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ru-RU"/>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5E04A568-6778-4326-8F60-A8331F338313}" type="datetime1">
              <a:rPr lang="ru-RU" smtClean="0"/>
              <a:t>15.10.2026</a:t>
            </a:fld>
            <a:endParaRPr lang="ru-RU"/>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E294C9D9-2DEA-415A-A3DF-2372EDC3FB1F}" type="slidenum">
              <a:rPr lang="ru-RU" smtClean="0"/>
              <a:t>‹#›</a:t>
            </a:fld>
            <a:endParaRPr lang="ru-RU"/>
          </a:p>
        </p:txBody>
      </p:sp>
    </p:spTree>
    <p:extLst>
      <p:ext uri="{BB962C8B-B14F-4D97-AF65-F5344CB8AC3E}">
        <p14:creationId xmlns:p14="http://schemas.microsoft.com/office/powerpoint/2010/main" val="377609398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1388784" y="5029200"/>
            <a:ext cx="9198864" cy="713232"/>
          </a:xfrm>
        </p:spPr>
        <p:txBody>
          <a:bodyPr anchor="t">
            <a:normAutofit/>
          </a:bodyPr>
          <a:lstStyle>
            <a:lvl1pPr>
              <a:lnSpc>
                <a:spcPct val="90000"/>
              </a:lnSpc>
              <a:defRPr sz="2000" b="1" spc="-50" baseline="0">
                <a:solidFill>
                  <a:schemeClr val="accent1"/>
                </a:solidFill>
              </a:defRPr>
            </a:lvl1pPr>
          </a:lstStyle>
          <a:p>
            <a:r>
              <a:rPr lang="en-US" dirty="0"/>
              <a:t>Quote Author</a:t>
            </a:r>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1388784" y="1115568"/>
            <a:ext cx="9198864" cy="3584448"/>
          </a:xfrm>
        </p:spPr>
        <p:txBody>
          <a:bodyPr anchor="ctr">
            <a:normAutofit/>
          </a:bodyPr>
          <a:lstStyle>
            <a:lvl1pPr marL="137160" indent="-137160">
              <a:lnSpc>
                <a:spcPct val="90000"/>
              </a:lnSpc>
              <a:spcBef>
                <a:spcPts val="0"/>
              </a:spcBef>
              <a:buFont typeface="Arial" panose="020B0604020202020204" pitchFamily="34" charset="0"/>
              <a:buNone/>
              <a:defRPr sz="5000" spc="-50" baseline="0"/>
            </a:lvl1pPr>
          </a:lstStyle>
          <a:p>
            <a:pPr lvl="0"/>
            <a:r>
              <a:rPr lang="en-US" dirty="0"/>
              <a:t>Click to edit Quote</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p>
            <a:endParaRPr lang="ru-RU"/>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p>
            <a:fld id="{94CB9AFD-B43D-4A4E-A9CC-7CDD69DA6899}" type="datetime1">
              <a:rPr lang="ru-RU" smtClean="0"/>
              <a:t>15.10.2026</a:t>
            </a:fld>
            <a:endParaRPr lang="ru-RU"/>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p>
            <a:fld id="{E294C9D9-2DEA-415A-A3DF-2372EDC3FB1F}" type="slidenum">
              <a:rPr lang="ru-RU" smtClean="0"/>
              <a:t>‹#›</a:t>
            </a:fld>
            <a:endParaRPr lang="ru-RU"/>
          </a:p>
        </p:txBody>
      </p:sp>
    </p:spTree>
    <p:extLst>
      <p:ext uri="{BB962C8B-B14F-4D97-AF65-F5344CB8AC3E}">
        <p14:creationId xmlns:p14="http://schemas.microsoft.com/office/powerpoint/2010/main" val="347596749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Два объекта">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80" y="219456"/>
            <a:ext cx="11326704" cy="1041564"/>
          </a:xfrm>
        </p:spPr>
        <p:txBody>
          <a:bodyPr/>
          <a:lstStyle/>
          <a:p>
            <a:r>
              <a:rPr lang="ru-RU"/>
              <a:t>Образец заголовка</a:t>
            </a:r>
            <a:endParaRPr lang="en-US" dirty="0"/>
          </a:p>
        </p:txBody>
      </p:sp>
      <p:sp>
        <p:nvSpPr>
          <p:cNvPr id="8" name="Content Placeholder 3">
            <a:extLst>
              <a:ext uri="{FF2B5EF4-FFF2-40B4-BE49-F238E27FC236}">
                <a16:creationId xmlns:a16="http://schemas.microsoft.com/office/drawing/2014/main" id="{12E940BF-81C2-1FFB-391F-670B2E738E5C}"/>
              </a:ext>
            </a:extLst>
          </p:cNvPr>
          <p:cNvSpPr>
            <a:spLocks noGrp="1"/>
          </p:cNvSpPr>
          <p:nvPr>
            <p:ph sz="quarter" idx="15"/>
          </p:nvPr>
        </p:nvSpPr>
        <p:spPr>
          <a:xfrm>
            <a:off x="182880" y="1645920"/>
            <a:ext cx="5420409" cy="4741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12" name="Content Placeholder 3">
            <a:extLst>
              <a:ext uri="{FF2B5EF4-FFF2-40B4-BE49-F238E27FC236}">
                <a16:creationId xmlns:a16="http://schemas.microsoft.com/office/drawing/2014/main" id="{FB763AB3-1DFB-9F9F-2339-33F3C49C8C10}"/>
              </a:ext>
            </a:extLst>
          </p:cNvPr>
          <p:cNvSpPr>
            <a:spLocks noGrp="1"/>
          </p:cNvSpPr>
          <p:nvPr>
            <p:ph sz="quarter" idx="16"/>
          </p:nvPr>
        </p:nvSpPr>
        <p:spPr>
          <a:xfrm>
            <a:off x="6248400" y="1645920"/>
            <a:ext cx="5261184" cy="4741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ru-RU"/>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9AAA61A5-2D62-4D26-A7C0-AD45D16A75BB}" type="datetime1">
              <a:rPr lang="ru-RU" smtClean="0"/>
              <a:t>15.10.2026</a:t>
            </a:fld>
            <a:endParaRPr lang="ru-RU"/>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E294C9D9-2DEA-415A-A3DF-2372EDC3FB1F}" type="slidenum">
              <a:rPr lang="ru-RU" smtClean="0"/>
              <a:t>‹#›</a:t>
            </a:fld>
            <a:endParaRPr lang="ru-RU"/>
          </a:p>
        </p:txBody>
      </p:sp>
    </p:spTree>
    <p:extLst>
      <p:ext uri="{BB962C8B-B14F-4D97-AF65-F5344CB8AC3E}">
        <p14:creationId xmlns:p14="http://schemas.microsoft.com/office/powerpoint/2010/main" val="41222862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Сравнение">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181186" y="219456"/>
            <a:ext cx="11274552" cy="789851"/>
          </a:xfrm>
        </p:spPr>
        <p:txBody>
          <a:bodyPr/>
          <a:lstStyle/>
          <a:p>
            <a:r>
              <a:rPr lang="ru-RU"/>
              <a:t>Образец заголовка</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181185" y="1009307"/>
            <a:ext cx="521208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10" name="Content Placeholder 3">
            <a:extLst>
              <a:ext uri="{FF2B5EF4-FFF2-40B4-BE49-F238E27FC236}">
                <a16:creationId xmlns:a16="http://schemas.microsoft.com/office/drawing/2014/main" id="{D6A39E64-722E-F001-F641-974F5225314A}"/>
              </a:ext>
            </a:extLst>
          </p:cNvPr>
          <p:cNvSpPr>
            <a:spLocks noGrp="1"/>
          </p:cNvSpPr>
          <p:nvPr>
            <p:ph sz="quarter" idx="15"/>
          </p:nvPr>
        </p:nvSpPr>
        <p:spPr>
          <a:xfrm>
            <a:off x="181631" y="1649451"/>
            <a:ext cx="5212080" cy="434340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45352" y="1009307"/>
            <a:ext cx="521208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Content Placeholder 3">
            <a:extLst>
              <a:ext uri="{FF2B5EF4-FFF2-40B4-BE49-F238E27FC236}">
                <a16:creationId xmlns:a16="http://schemas.microsoft.com/office/drawing/2014/main" id="{4B9C0BFD-5C7B-FA0D-DCE8-95D24728FEB0}"/>
              </a:ext>
            </a:extLst>
          </p:cNvPr>
          <p:cNvSpPr>
            <a:spLocks noGrp="1"/>
          </p:cNvSpPr>
          <p:nvPr>
            <p:ph sz="quarter" idx="16"/>
          </p:nvPr>
        </p:nvSpPr>
        <p:spPr>
          <a:xfrm>
            <a:off x="6245352" y="1649451"/>
            <a:ext cx="5212080" cy="434340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ru-RU"/>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0FBDD8A3-B7B6-45A0-9AB1-D949B0E67CE8}" type="datetime1">
              <a:rPr lang="ru-RU" smtClean="0"/>
              <a:t>15.10.2026</a:t>
            </a:fld>
            <a:endParaRPr lang="ru-RU"/>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E294C9D9-2DEA-415A-A3DF-2372EDC3FB1F}" type="slidenum">
              <a:rPr lang="ru-RU" smtClean="0"/>
              <a:t>‹#›</a:t>
            </a:fld>
            <a:endParaRPr lang="ru-RU"/>
          </a:p>
        </p:txBody>
      </p:sp>
    </p:spTree>
    <p:extLst>
      <p:ext uri="{BB962C8B-B14F-4D97-AF65-F5344CB8AC3E}">
        <p14:creationId xmlns:p14="http://schemas.microsoft.com/office/powerpoint/2010/main" val="250057779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ru-RU"/>
              <a:t>Образец заголовка</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ru-RU"/>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9182F61C-F6E6-4155-9694-A3D31334F45B}" type="datetime1">
              <a:rPr lang="ru-RU" smtClean="0"/>
              <a:t>15.10.2026</a:t>
            </a:fld>
            <a:endParaRPr lang="ru-RU"/>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E294C9D9-2DEA-415A-A3DF-2372EDC3FB1F}" type="slidenum">
              <a:rPr lang="ru-RU" smtClean="0"/>
              <a:t>‹#›</a:t>
            </a:fld>
            <a:endParaRPr lang="ru-RU"/>
          </a:p>
        </p:txBody>
      </p:sp>
    </p:spTree>
    <p:extLst>
      <p:ext uri="{BB962C8B-B14F-4D97-AF65-F5344CB8AC3E}">
        <p14:creationId xmlns:p14="http://schemas.microsoft.com/office/powerpoint/2010/main" val="238627953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63192F0B-BD47-4551-8555-95C7C7A64F41}" type="datetime1">
              <a:rPr lang="ru-RU" smtClean="0"/>
              <a:t>15.10.2026</a:t>
            </a:fld>
            <a:endParaRPr lang="ru-RU"/>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ru-RU"/>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E294C9D9-2DEA-415A-A3DF-2372EDC3FB1F}" type="slidenum">
              <a:rPr lang="ru-RU" smtClean="0"/>
              <a:t>‹#›</a:t>
            </a:fld>
            <a:endParaRPr lang="ru-RU"/>
          </a:p>
        </p:txBody>
      </p:sp>
    </p:spTree>
    <p:extLst>
      <p:ext uri="{BB962C8B-B14F-4D97-AF65-F5344CB8AC3E}">
        <p14:creationId xmlns:p14="http://schemas.microsoft.com/office/powerpoint/2010/main" val="390274338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67861" y="207228"/>
            <a:ext cx="11001943" cy="1790700"/>
          </a:xfrm>
        </p:spPr>
        <p:txBody>
          <a:bodyPr anchor="t">
            <a:noAutofit/>
          </a:bodyPr>
          <a:lstStyle>
            <a:lvl1pPr>
              <a:defRPr sz="7200"/>
            </a:lvl1pPr>
          </a:lstStyle>
          <a:p>
            <a:r>
              <a:rPr lang="ru-RU"/>
              <a:t>Образец заголовка</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1022195" y="3264408"/>
            <a:ext cx="10147610" cy="28346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ru-RU"/>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6D6B9F61-8169-4783-B8C4-4A18C4026503}" type="datetime1">
              <a:rPr lang="ru-RU" smtClean="0"/>
              <a:t>15.10.2026</a:t>
            </a:fld>
            <a:endParaRPr lang="ru-RU"/>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E294C9D9-2DEA-415A-A3DF-2372EDC3FB1F}" type="slidenum">
              <a:rPr lang="ru-RU" smtClean="0"/>
              <a:t>‹#›</a:t>
            </a:fld>
            <a:endParaRPr lang="ru-RU"/>
          </a:p>
        </p:txBody>
      </p:sp>
    </p:spTree>
    <p:extLst>
      <p:ext uri="{BB962C8B-B14F-4D97-AF65-F5344CB8AC3E}">
        <p14:creationId xmlns:p14="http://schemas.microsoft.com/office/powerpoint/2010/main" val="1180501107"/>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2915580" y="1089247"/>
            <a:ext cx="6360840" cy="2171716"/>
          </a:xfrm>
        </p:spPr>
        <p:txBody>
          <a:bodyPr anchor="b">
            <a:noAutofit/>
          </a:bodyPr>
          <a:lstStyle>
            <a:lvl1pPr algn="ctr">
              <a:defRPr sz="7200"/>
            </a:lvl1pPr>
          </a:lstStyle>
          <a:p>
            <a:r>
              <a:rPr lang="ru-RU"/>
              <a:t>Образец заголовка</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3322864" y="3499880"/>
            <a:ext cx="5543550" cy="1771650"/>
          </a:xfrm>
        </p:spPr>
        <p:txBody>
          <a:bodyPr vert="horz" lIns="91440" tIns="45720" rIns="91440" bIns="45720" rtlCol="0">
            <a:normAutofit/>
          </a:bodyPr>
          <a:lstStyle>
            <a:lvl1pPr marL="0" indent="0" algn="ctr">
              <a:buNone/>
              <a:defRPr lang="en-US" sz="1600" dirty="0"/>
            </a:lvl1pPr>
            <a:lvl2pPr marL="228600" indent="0" algn="ctr">
              <a:buNone/>
              <a:defRPr lang="en-US" sz="1600" dirty="0"/>
            </a:lvl2pPr>
            <a:lvl3pPr marL="457200" indent="0" algn="ctr">
              <a:buNone/>
              <a:defRPr lang="en-US" sz="1600" dirty="0"/>
            </a:lvl3pPr>
            <a:lvl4pPr marL="685800" indent="0" algn="ctr">
              <a:buNone/>
              <a:defRPr lang="en-US" sz="1600" dirty="0"/>
            </a:lvl4pPr>
            <a:lvl5pPr marL="914400" indent="0" algn="ctr">
              <a:buNone/>
              <a:defRPr lang="en-US" sz="1600" dirty="0"/>
            </a:lvl5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ru-RU"/>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F91BE9E-5F37-42CD-AF01-61AA02B5BBED}" type="datetime1">
              <a:rPr lang="ru-RU" smtClean="0"/>
              <a:t>15.10.2026</a:t>
            </a:fld>
            <a:endParaRPr lang="ru-RU"/>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E294C9D9-2DEA-415A-A3DF-2372EDC3FB1F}" type="slidenum">
              <a:rPr lang="ru-RU" smtClean="0"/>
              <a:t>‹#›</a:t>
            </a:fld>
            <a:endParaRPr lang="ru-RU"/>
          </a:p>
        </p:txBody>
      </p:sp>
    </p:spTree>
    <p:extLst>
      <p:ext uri="{BB962C8B-B14F-4D97-AF65-F5344CB8AC3E}">
        <p14:creationId xmlns:p14="http://schemas.microsoft.com/office/powerpoint/2010/main" val="1519653039"/>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182880" y="219456"/>
            <a:ext cx="10835640" cy="969264"/>
          </a:xfrm>
          <a:prstGeom prst="rect">
            <a:avLst/>
          </a:prstGeom>
        </p:spPr>
        <p:txBody>
          <a:bodyPr vert="horz" lIns="91440" tIns="45720" rIns="91440" bIns="45720" rtlCol="0" anchor="t">
            <a:normAutofit/>
          </a:bodyPr>
          <a:lstStyle/>
          <a:p>
            <a:r>
              <a:rPr lang="ru-RU"/>
              <a:t>Образец заголовка</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182880" y="1183206"/>
            <a:ext cx="10835640" cy="5088672"/>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178704" y="6387128"/>
            <a:ext cx="2703777" cy="338328"/>
          </a:xfrm>
          <a:prstGeom prst="rect">
            <a:avLst/>
          </a:prstGeom>
        </p:spPr>
        <p:txBody>
          <a:bodyPr vert="horz" lIns="91440" tIns="45720" rIns="91440" bIns="45720" rtlCol="0" anchor="ctr"/>
          <a:lstStyle>
            <a:lvl1pPr algn="l">
              <a:defRPr sz="750">
                <a:solidFill>
                  <a:schemeClr val="tx1"/>
                </a:solidFill>
              </a:defRPr>
            </a:lvl1pPr>
          </a:lstStyle>
          <a:p>
            <a:endParaRPr lang="ru-RU"/>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0477500" y="6387128"/>
            <a:ext cx="1032084" cy="338328"/>
          </a:xfrm>
          <a:prstGeom prst="rect">
            <a:avLst/>
          </a:prstGeom>
        </p:spPr>
        <p:txBody>
          <a:bodyPr vert="horz" lIns="91440" tIns="45720" rIns="91440" bIns="45720" rtlCol="0" anchor="ctr"/>
          <a:lstStyle>
            <a:lvl1pPr algn="r">
              <a:defRPr sz="750">
                <a:solidFill>
                  <a:schemeClr val="tx1"/>
                </a:solidFill>
              </a:defRPr>
            </a:lvl1pPr>
          </a:lstStyle>
          <a:p>
            <a:fld id="{6A14468A-DEFC-459E-8886-652A759B4AEF}" type="datetime1">
              <a:rPr lang="ru-RU" smtClean="0"/>
              <a:t>15.10.2026</a:t>
            </a:fld>
            <a:endParaRPr lang="ru-RU"/>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509584" y="6387128"/>
            <a:ext cx="457200" cy="338328"/>
          </a:xfrm>
          <a:prstGeom prst="rect">
            <a:avLst/>
          </a:prstGeom>
        </p:spPr>
        <p:txBody>
          <a:bodyPr vert="horz" lIns="91440" tIns="45720" rIns="91440" bIns="45720" rtlCol="0" anchor="ctr"/>
          <a:lstStyle>
            <a:lvl1pPr algn="r">
              <a:defRPr sz="750">
                <a:solidFill>
                  <a:schemeClr val="tx1"/>
                </a:solidFill>
              </a:defRPr>
            </a:lvl1pPr>
          </a:lstStyle>
          <a:p>
            <a:fld id="{E294C9D9-2DEA-415A-A3DF-2372EDC3FB1F}" type="slidenum">
              <a:rPr lang="ru-RU" smtClean="0"/>
              <a:t>‹#›</a:t>
            </a:fld>
            <a:endParaRPr lang="ru-RU"/>
          </a:p>
        </p:txBody>
      </p:sp>
    </p:spTree>
    <p:extLst>
      <p:ext uri="{BB962C8B-B14F-4D97-AF65-F5344CB8AC3E}">
        <p14:creationId xmlns:p14="http://schemas.microsoft.com/office/powerpoint/2010/main" val="372038980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Lst>
  <p:hf hdr="0" ftr="0" dt="0"/>
  <p:txStyles>
    <p:titleStyle>
      <a:lvl1pPr algn="l" defTabSz="914400" rtl="0" eaLnBrk="1" latinLnBrk="0" hangingPunct="1">
        <a:lnSpc>
          <a:spcPct val="85000"/>
        </a:lnSpc>
        <a:spcBef>
          <a:spcPct val="0"/>
        </a:spcBef>
        <a:buNone/>
        <a:defRPr sz="3000" b="0" kern="1200" spc="-100" baseline="0">
          <a:solidFill>
            <a:schemeClr val="tx1"/>
          </a:solidFill>
          <a:latin typeface="+mj-lt"/>
          <a:ea typeface="+mj-ea"/>
          <a:cs typeface="+mj-cs"/>
        </a:defRPr>
      </a:lvl1pPr>
    </p:titleStyle>
    <p:bodyStyle>
      <a:lvl1pPr marL="285750" indent="-28575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514350" indent="-2857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742950" indent="-2857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71550" indent="-2857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200150" indent="-2857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168">
          <p15:clr>
            <a:srgbClr val="F26B43"/>
          </p15:clr>
        </p15:guide>
        <p15:guide id="4" orient="horz" pos="168">
          <p15:clr>
            <a:srgbClr val="F26B43"/>
          </p15:clr>
        </p15:guide>
        <p15:guide id="5" pos="7512">
          <p15:clr>
            <a:srgbClr val="F26B43"/>
          </p15:clr>
        </p15:guide>
        <p15:guide id="6" orient="horz" pos="4152">
          <p15:clr>
            <a:srgbClr val="F26B43"/>
          </p15:clr>
        </p15:guide>
        <p15:guide id="12" pos="4728">
          <p15:clr>
            <a:srgbClr val="F26B43"/>
          </p15:clr>
        </p15:guide>
        <p15:guide id="13" pos="5328">
          <p15:clr>
            <a:srgbClr val="F26B43"/>
          </p15:clr>
        </p15:guide>
        <p15:guide id="26" pos="2952">
          <p15:clr>
            <a:srgbClr val="F26B43"/>
          </p15:clr>
        </p15:guide>
        <p15:guide id="27" pos="3096">
          <p15:clr>
            <a:srgbClr val="F26B43"/>
          </p15:clr>
        </p15:guide>
        <p15:guide id="29" pos="4128">
          <p15:clr>
            <a:srgbClr val="F26B43"/>
          </p15:clr>
        </p15:guide>
        <p15:guide id="30" pos="1392">
          <p15:clr>
            <a:srgbClr val="F26B43"/>
          </p15:clr>
        </p15:guide>
        <p15:guide id="3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CFC1F0E-47FF-8D15-59C8-9D691F85961D}"/>
              </a:ext>
            </a:extLst>
          </p:cNvPr>
          <p:cNvSpPr>
            <a:spLocks noGrp="1"/>
          </p:cNvSpPr>
          <p:nvPr>
            <p:ph type="ctrTitle"/>
          </p:nvPr>
        </p:nvSpPr>
        <p:spPr/>
        <p:txBody>
          <a:bodyPr>
            <a:normAutofit/>
          </a:bodyPr>
          <a:lstStyle/>
          <a:p>
            <a:r>
              <a:rPr lang="ru-RU" dirty="0"/>
              <a:t>Практическая работа № 2. Гистограммы, профили и проекции</a:t>
            </a:r>
          </a:p>
        </p:txBody>
      </p:sp>
      <p:sp>
        <p:nvSpPr>
          <p:cNvPr id="3" name="Подзаголовок 2">
            <a:extLst>
              <a:ext uri="{FF2B5EF4-FFF2-40B4-BE49-F238E27FC236}">
                <a16:creationId xmlns:a16="http://schemas.microsoft.com/office/drawing/2014/main" id="{26757045-36CA-0417-E57C-87B1ED2888B7}"/>
              </a:ext>
            </a:extLst>
          </p:cNvPr>
          <p:cNvSpPr>
            <a:spLocks noGrp="1"/>
          </p:cNvSpPr>
          <p:nvPr>
            <p:ph type="subTitle" idx="1"/>
          </p:nvPr>
        </p:nvSpPr>
        <p:spPr/>
        <p:txBody>
          <a:bodyPr/>
          <a:lstStyle/>
          <a:p>
            <a:r>
              <a:rPr lang="ru-RU" dirty="0"/>
              <a:t>Выполнили </a:t>
            </a:r>
            <a:r>
              <a:rPr lang="ru-RU" dirty="0" err="1"/>
              <a:t>Лебёдкин</a:t>
            </a:r>
            <a:r>
              <a:rPr lang="ru-RU" dirty="0"/>
              <a:t> Владислав и Травкова Ирина, </a:t>
            </a:r>
          </a:p>
          <a:p>
            <a:r>
              <a:rPr lang="ru-RU" dirty="0"/>
              <a:t>группа 932302</a:t>
            </a:r>
          </a:p>
        </p:txBody>
      </p:sp>
    </p:spTree>
    <p:extLst>
      <p:ext uri="{BB962C8B-B14F-4D97-AF65-F5344CB8AC3E}">
        <p14:creationId xmlns:p14="http://schemas.microsoft.com/office/powerpoint/2010/main" val="983080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52412F0-577A-8157-7A67-86C7330CD2B0}"/>
              </a:ext>
            </a:extLst>
          </p:cNvPr>
          <p:cNvSpPr>
            <a:spLocks noGrp="1"/>
          </p:cNvSpPr>
          <p:nvPr>
            <p:ph type="title"/>
          </p:nvPr>
        </p:nvSpPr>
        <p:spPr/>
        <p:txBody>
          <a:bodyPr/>
          <a:lstStyle/>
          <a:p>
            <a:r>
              <a:rPr lang="ru-RU" dirty="0"/>
              <a:t>Задания 6 варианта</a:t>
            </a:r>
          </a:p>
        </p:txBody>
      </p:sp>
      <p:sp>
        <p:nvSpPr>
          <p:cNvPr id="3" name="Объект 2">
            <a:extLst>
              <a:ext uri="{FF2B5EF4-FFF2-40B4-BE49-F238E27FC236}">
                <a16:creationId xmlns:a16="http://schemas.microsoft.com/office/drawing/2014/main" id="{8707807F-88A0-CBFC-FA26-434D3B9EFA77}"/>
              </a:ext>
            </a:extLst>
          </p:cNvPr>
          <p:cNvSpPr>
            <a:spLocks noGrp="1"/>
          </p:cNvSpPr>
          <p:nvPr>
            <p:ph idx="1"/>
          </p:nvPr>
        </p:nvSpPr>
        <p:spPr/>
        <p:txBody>
          <a:bodyPr>
            <a:normAutofit/>
          </a:bodyPr>
          <a:lstStyle/>
          <a:p>
            <a:pPr marL="514350" indent="-514350">
              <a:buFont typeface="+mj-lt"/>
              <a:buAutoNum type="arabicPeriod"/>
            </a:pPr>
            <a:r>
              <a:rPr lang="ru-RU" dirty="0"/>
              <a:t>Построить гистограмму серого изображения и вычислить дисперсию яркости. </a:t>
            </a:r>
          </a:p>
          <a:p>
            <a:pPr marL="514350" indent="-514350">
              <a:buFont typeface="+mj-lt"/>
              <a:buAutoNum type="arabicPeriod"/>
            </a:pPr>
            <a:r>
              <a:rPr lang="ru-RU" dirty="0"/>
              <a:t>Построить гистограммы R, G, B и определить наиболее насыщенный канал. </a:t>
            </a:r>
          </a:p>
          <a:p>
            <a:pPr marL="514350" indent="-514350">
              <a:buFont typeface="+mj-lt"/>
              <a:buAutoNum type="arabicPeriod"/>
            </a:pPr>
            <a:r>
              <a:rPr lang="ru-RU" dirty="0"/>
              <a:t>Построить горизонтальный профиль изображения и определить линию с минимальной яркостью. </a:t>
            </a:r>
          </a:p>
          <a:p>
            <a:pPr marL="514350" indent="-514350">
              <a:buFont typeface="+mj-lt"/>
              <a:buAutoNum type="arabicPeriod"/>
            </a:pPr>
            <a:r>
              <a:rPr lang="ru-RU" dirty="0"/>
              <a:t>Построить вертикальную проекцию изображения и определить линию с максимальной яркостью. </a:t>
            </a:r>
          </a:p>
          <a:p>
            <a:pPr marL="514350" indent="-514350">
              <a:buFont typeface="+mj-lt"/>
              <a:buAutoNum type="arabicPeriod"/>
            </a:pPr>
            <a:r>
              <a:rPr lang="ru-RU" dirty="0"/>
              <a:t>Построить горизонтальные и вертикальные проекции бинарного изображения и найти границы объектов.</a:t>
            </a:r>
          </a:p>
        </p:txBody>
      </p:sp>
      <p:sp>
        <p:nvSpPr>
          <p:cNvPr id="5" name="Номер слайда 4">
            <a:extLst>
              <a:ext uri="{FF2B5EF4-FFF2-40B4-BE49-F238E27FC236}">
                <a16:creationId xmlns:a16="http://schemas.microsoft.com/office/drawing/2014/main" id="{EC0EEB62-0E50-8372-752C-A18075C5BCAC}"/>
              </a:ext>
            </a:extLst>
          </p:cNvPr>
          <p:cNvSpPr>
            <a:spLocks noGrp="1"/>
          </p:cNvSpPr>
          <p:nvPr>
            <p:ph type="sldNum" sz="quarter" idx="12"/>
          </p:nvPr>
        </p:nvSpPr>
        <p:spPr/>
        <p:txBody>
          <a:bodyPr/>
          <a:lstStyle/>
          <a:p>
            <a:fld id="{E294C9D9-2DEA-415A-A3DF-2372EDC3FB1F}" type="slidenum">
              <a:rPr lang="ru-RU" smtClean="0"/>
              <a:t>2</a:t>
            </a:fld>
            <a:endParaRPr lang="ru-RU"/>
          </a:p>
        </p:txBody>
      </p:sp>
    </p:spTree>
    <p:extLst>
      <p:ext uri="{BB962C8B-B14F-4D97-AF65-F5344CB8AC3E}">
        <p14:creationId xmlns:p14="http://schemas.microsoft.com/office/powerpoint/2010/main" val="17435349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77B75BD-4499-A777-C64A-139AF4BEC261}"/>
              </a:ext>
            </a:extLst>
          </p:cNvPr>
          <p:cNvSpPr>
            <a:spLocks noGrp="1"/>
          </p:cNvSpPr>
          <p:nvPr>
            <p:ph type="title"/>
          </p:nvPr>
        </p:nvSpPr>
        <p:spPr/>
        <p:txBody>
          <a:bodyPr/>
          <a:lstStyle/>
          <a:p>
            <a:r>
              <a:rPr lang="ru-RU" dirty="0"/>
              <a:t>Теоретические сведения</a:t>
            </a:r>
          </a:p>
        </p:txBody>
      </p:sp>
      <p:sp>
        <p:nvSpPr>
          <p:cNvPr id="3" name="Объект 2">
            <a:extLst>
              <a:ext uri="{FF2B5EF4-FFF2-40B4-BE49-F238E27FC236}">
                <a16:creationId xmlns:a16="http://schemas.microsoft.com/office/drawing/2014/main" id="{D4A19F0E-C47C-D2C9-7C56-EB6157B70E1B}"/>
              </a:ext>
            </a:extLst>
          </p:cNvPr>
          <p:cNvSpPr>
            <a:spLocks noGrp="1"/>
          </p:cNvSpPr>
          <p:nvPr>
            <p:ph idx="1"/>
          </p:nvPr>
        </p:nvSpPr>
        <p:spPr/>
        <p:txBody>
          <a:bodyPr/>
          <a:lstStyle/>
          <a:p>
            <a:r>
              <a:rPr lang="ru-RU" b="1" dirty="0"/>
              <a:t>Гистограмма изображения </a:t>
            </a:r>
            <a:r>
              <a:rPr lang="ru-RU" dirty="0"/>
              <a:t>– график распределения интенсивностей пикселей. По горизонтальной оси откладываются значения яркости, по вертикальной оси  показано количество пикселей, имеющих соответствующую яркость.</a:t>
            </a:r>
          </a:p>
          <a:p>
            <a:r>
              <a:rPr lang="ru-RU" b="1" dirty="0"/>
              <a:t>Профиль изображения </a:t>
            </a:r>
            <a:r>
              <a:rPr lang="ru-RU" dirty="0"/>
              <a:t>– одномерный массив, который показывает усреднённые значения интенсивности по строкам/столбцам.</a:t>
            </a:r>
          </a:p>
          <a:p>
            <a:r>
              <a:rPr lang="ru-RU" b="1" dirty="0"/>
              <a:t>Проекция изображения </a:t>
            </a:r>
            <a:r>
              <a:rPr lang="ru-RU" dirty="0"/>
              <a:t>– это сумма интенсивностей пикселей вдоль определённой оси.</a:t>
            </a:r>
          </a:p>
        </p:txBody>
      </p:sp>
      <p:sp>
        <p:nvSpPr>
          <p:cNvPr id="5" name="Номер слайда 4">
            <a:extLst>
              <a:ext uri="{FF2B5EF4-FFF2-40B4-BE49-F238E27FC236}">
                <a16:creationId xmlns:a16="http://schemas.microsoft.com/office/drawing/2014/main" id="{5D4BD52A-EFC4-3478-BDD5-51B86B597FBF}"/>
              </a:ext>
            </a:extLst>
          </p:cNvPr>
          <p:cNvSpPr>
            <a:spLocks noGrp="1"/>
          </p:cNvSpPr>
          <p:nvPr>
            <p:ph type="sldNum" sz="quarter" idx="12"/>
          </p:nvPr>
        </p:nvSpPr>
        <p:spPr/>
        <p:txBody>
          <a:bodyPr/>
          <a:lstStyle/>
          <a:p>
            <a:fld id="{E294C9D9-2DEA-415A-A3DF-2372EDC3FB1F}" type="slidenum">
              <a:rPr lang="ru-RU" smtClean="0"/>
              <a:t>3</a:t>
            </a:fld>
            <a:endParaRPr lang="ru-RU"/>
          </a:p>
        </p:txBody>
      </p:sp>
    </p:spTree>
    <p:extLst>
      <p:ext uri="{BB962C8B-B14F-4D97-AF65-F5344CB8AC3E}">
        <p14:creationId xmlns:p14="http://schemas.microsoft.com/office/powerpoint/2010/main" val="38074292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01E3159-3E69-BC8C-BC3B-105B3578DC2F}"/>
              </a:ext>
            </a:extLst>
          </p:cNvPr>
          <p:cNvSpPr>
            <a:spLocks noGrp="1"/>
          </p:cNvSpPr>
          <p:nvPr>
            <p:ph type="title"/>
          </p:nvPr>
        </p:nvSpPr>
        <p:spPr/>
        <p:txBody>
          <a:bodyPr>
            <a:normAutofit/>
          </a:bodyPr>
          <a:lstStyle/>
          <a:p>
            <a:r>
              <a:rPr lang="ru-RU" sz="3200" dirty="0"/>
              <a:t>Задание 1. Построить гистограмму серого изображения и вычислить дисперсию яркости.</a:t>
            </a:r>
          </a:p>
        </p:txBody>
      </p:sp>
      <p:pic>
        <p:nvPicPr>
          <p:cNvPr id="14" name="Рисунок 13">
            <a:extLst>
              <a:ext uri="{FF2B5EF4-FFF2-40B4-BE49-F238E27FC236}">
                <a16:creationId xmlns:a16="http://schemas.microsoft.com/office/drawing/2014/main" id="{F923835C-EBE6-AB83-8C2B-DD616F7B2335}"/>
              </a:ext>
            </a:extLst>
          </p:cNvPr>
          <p:cNvPicPr>
            <a:picLocks noChangeAspect="1"/>
          </p:cNvPicPr>
          <p:nvPr/>
        </p:nvPicPr>
        <p:blipFill>
          <a:blip r:embed="rId3"/>
          <a:stretch>
            <a:fillRect/>
          </a:stretch>
        </p:blipFill>
        <p:spPr>
          <a:xfrm>
            <a:off x="423487" y="1262063"/>
            <a:ext cx="5237085" cy="4922997"/>
          </a:xfrm>
          <a:prstGeom prst="rect">
            <a:avLst/>
          </a:prstGeom>
        </p:spPr>
      </p:pic>
      <p:pic>
        <p:nvPicPr>
          <p:cNvPr id="18" name="Рисунок 17">
            <a:extLst>
              <a:ext uri="{FF2B5EF4-FFF2-40B4-BE49-F238E27FC236}">
                <a16:creationId xmlns:a16="http://schemas.microsoft.com/office/drawing/2014/main" id="{B156DAD9-C8FD-A241-21D4-89810128B12A}"/>
              </a:ext>
            </a:extLst>
          </p:cNvPr>
          <p:cNvPicPr>
            <a:picLocks noChangeAspect="1"/>
          </p:cNvPicPr>
          <p:nvPr/>
        </p:nvPicPr>
        <p:blipFill>
          <a:blip r:embed="rId4"/>
          <a:stretch>
            <a:fillRect/>
          </a:stretch>
        </p:blipFill>
        <p:spPr>
          <a:xfrm>
            <a:off x="6096000" y="1262063"/>
            <a:ext cx="5415400" cy="2530726"/>
          </a:xfrm>
          <a:prstGeom prst="rect">
            <a:avLst/>
          </a:prstGeom>
        </p:spPr>
      </p:pic>
      <p:sp>
        <p:nvSpPr>
          <p:cNvPr id="23" name="Номер слайда 22">
            <a:extLst>
              <a:ext uri="{FF2B5EF4-FFF2-40B4-BE49-F238E27FC236}">
                <a16:creationId xmlns:a16="http://schemas.microsoft.com/office/drawing/2014/main" id="{C5CF4300-095B-B5B7-7815-BD5D87945585}"/>
              </a:ext>
            </a:extLst>
          </p:cNvPr>
          <p:cNvSpPr>
            <a:spLocks noGrp="1"/>
          </p:cNvSpPr>
          <p:nvPr>
            <p:ph type="sldNum" sz="quarter" idx="12"/>
          </p:nvPr>
        </p:nvSpPr>
        <p:spPr/>
        <p:txBody>
          <a:bodyPr/>
          <a:lstStyle/>
          <a:p>
            <a:fld id="{E294C9D9-2DEA-415A-A3DF-2372EDC3FB1F}" type="slidenum">
              <a:rPr lang="ru-RU" smtClean="0"/>
              <a:t>4</a:t>
            </a:fld>
            <a:endParaRPr lang="ru-RU"/>
          </a:p>
        </p:txBody>
      </p:sp>
    </p:spTree>
    <p:extLst>
      <p:ext uri="{BB962C8B-B14F-4D97-AF65-F5344CB8AC3E}">
        <p14:creationId xmlns:p14="http://schemas.microsoft.com/office/powerpoint/2010/main" val="36307814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BC5BD0-FBF0-7103-43C3-15868E0964E8}"/>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B669B618-3C29-E8E9-F2B3-083378732CAD}"/>
              </a:ext>
            </a:extLst>
          </p:cNvPr>
          <p:cNvSpPr>
            <a:spLocks noGrp="1"/>
          </p:cNvSpPr>
          <p:nvPr>
            <p:ph type="title"/>
          </p:nvPr>
        </p:nvSpPr>
        <p:spPr/>
        <p:txBody>
          <a:bodyPr>
            <a:normAutofit/>
          </a:bodyPr>
          <a:lstStyle/>
          <a:p>
            <a:r>
              <a:rPr lang="ru-RU" sz="3200" dirty="0"/>
              <a:t>Задание 1. Построить гистограмму серого изображения и вычислить дисперсию яркости.</a:t>
            </a:r>
          </a:p>
        </p:txBody>
      </p:sp>
      <p:pic>
        <p:nvPicPr>
          <p:cNvPr id="12" name="Рисунок 11">
            <a:extLst>
              <a:ext uri="{FF2B5EF4-FFF2-40B4-BE49-F238E27FC236}">
                <a16:creationId xmlns:a16="http://schemas.microsoft.com/office/drawing/2014/main" id="{B2EC2BAA-86D4-2C03-90E1-0C7A32B7855C}"/>
              </a:ext>
            </a:extLst>
          </p:cNvPr>
          <p:cNvPicPr>
            <a:picLocks noChangeAspect="1"/>
          </p:cNvPicPr>
          <p:nvPr/>
        </p:nvPicPr>
        <p:blipFill>
          <a:blip r:embed="rId2"/>
          <a:stretch>
            <a:fillRect/>
          </a:stretch>
        </p:blipFill>
        <p:spPr>
          <a:xfrm>
            <a:off x="4021494" y="1224209"/>
            <a:ext cx="7506029" cy="3822179"/>
          </a:xfrm>
          <a:prstGeom prst="rect">
            <a:avLst/>
          </a:prstGeom>
        </p:spPr>
      </p:pic>
      <p:pic>
        <p:nvPicPr>
          <p:cNvPr id="6" name="Рисунок 5">
            <a:extLst>
              <a:ext uri="{FF2B5EF4-FFF2-40B4-BE49-F238E27FC236}">
                <a16:creationId xmlns:a16="http://schemas.microsoft.com/office/drawing/2014/main" id="{21F4E61D-6D7D-3942-1A88-C25B2D626646}"/>
              </a:ext>
            </a:extLst>
          </p:cNvPr>
          <p:cNvPicPr>
            <a:picLocks noChangeAspect="1"/>
          </p:cNvPicPr>
          <p:nvPr/>
        </p:nvPicPr>
        <p:blipFill>
          <a:blip r:embed="rId3"/>
          <a:stretch>
            <a:fillRect/>
          </a:stretch>
        </p:blipFill>
        <p:spPr>
          <a:xfrm>
            <a:off x="283477" y="1224209"/>
            <a:ext cx="3614491" cy="3614491"/>
          </a:xfrm>
          <a:prstGeom prst="rect">
            <a:avLst/>
          </a:prstGeom>
        </p:spPr>
      </p:pic>
      <p:pic>
        <p:nvPicPr>
          <p:cNvPr id="8" name="Рисунок 7">
            <a:extLst>
              <a:ext uri="{FF2B5EF4-FFF2-40B4-BE49-F238E27FC236}">
                <a16:creationId xmlns:a16="http://schemas.microsoft.com/office/drawing/2014/main" id="{178A59FF-7830-B3A5-A3A5-148E9F9C9BE3}"/>
              </a:ext>
            </a:extLst>
          </p:cNvPr>
          <p:cNvPicPr>
            <a:picLocks noChangeAspect="1"/>
          </p:cNvPicPr>
          <p:nvPr/>
        </p:nvPicPr>
        <p:blipFill>
          <a:blip r:embed="rId4"/>
          <a:stretch>
            <a:fillRect/>
          </a:stretch>
        </p:blipFill>
        <p:spPr>
          <a:xfrm>
            <a:off x="283477" y="4960288"/>
            <a:ext cx="4066057" cy="1341465"/>
          </a:xfrm>
          <a:prstGeom prst="rect">
            <a:avLst/>
          </a:prstGeom>
        </p:spPr>
      </p:pic>
      <p:sp>
        <p:nvSpPr>
          <p:cNvPr id="10" name="Номер слайда 9">
            <a:extLst>
              <a:ext uri="{FF2B5EF4-FFF2-40B4-BE49-F238E27FC236}">
                <a16:creationId xmlns:a16="http://schemas.microsoft.com/office/drawing/2014/main" id="{DED65ED1-5406-1F58-460E-4E7C00161CE0}"/>
              </a:ext>
            </a:extLst>
          </p:cNvPr>
          <p:cNvSpPr>
            <a:spLocks noGrp="1"/>
          </p:cNvSpPr>
          <p:nvPr>
            <p:ph type="sldNum" sz="quarter" idx="12"/>
          </p:nvPr>
        </p:nvSpPr>
        <p:spPr/>
        <p:txBody>
          <a:bodyPr/>
          <a:lstStyle/>
          <a:p>
            <a:fld id="{E294C9D9-2DEA-415A-A3DF-2372EDC3FB1F}" type="slidenum">
              <a:rPr lang="ru-RU" smtClean="0"/>
              <a:t>5</a:t>
            </a:fld>
            <a:endParaRPr lang="ru-RU"/>
          </a:p>
        </p:txBody>
      </p:sp>
    </p:spTree>
    <p:extLst>
      <p:ext uri="{BB962C8B-B14F-4D97-AF65-F5344CB8AC3E}">
        <p14:creationId xmlns:p14="http://schemas.microsoft.com/office/powerpoint/2010/main" val="28654293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DF322FD-DC05-DC66-30D2-F55C01366C87}"/>
              </a:ext>
            </a:extLst>
          </p:cNvPr>
          <p:cNvSpPr>
            <a:spLocks noGrp="1"/>
          </p:cNvSpPr>
          <p:nvPr>
            <p:ph type="title"/>
          </p:nvPr>
        </p:nvSpPr>
        <p:spPr/>
        <p:txBody>
          <a:bodyPr>
            <a:normAutofit/>
          </a:bodyPr>
          <a:lstStyle/>
          <a:p>
            <a:r>
              <a:rPr lang="ru-RU" sz="3200" dirty="0"/>
              <a:t>Задание 2. Построить гистограммы R, G, B и определить наиболее насыщенный канал.</a:t>
            </a:r>
          </a:p>
        </p:txBody>
      </p:sp>
      <p:sp>
        <p:nvSpPr>
          <p:cNvPr id="21" name="Номер слайда 20">
            <a:extLst>
              <a:ext uri="{FF2B5EF4-FFF2-40B4-BE49-F238E27FC236}">
                <a16:creationId xmlns:a16="http://schemas.microsoft.com/office/drawing/2014/main" id="{8F2C6A5B-0166-F165-EE38-02833D983E1B}"/>
              </a:ext>
            </a:extLst>
          </p:cNvPr>
          <p:cNvSpPr>
            <a:spLocks noGrp="1"/>
          </p:cNvSpPr>
          <p:nvPr>
            <p:ph type="sldNum" sz="quarter" idx="12"/>
          </p:nvPr>
        </p:nvSpPr>
        <p:spPr/>
        <p:txBody>
          <a:bodyPr/>
          <a:lstStyle/>
          <a:p>
            <a:fld id="{E294C9D9-2DEA-415A-A3DF-2372EDC3FB1F}" type="slidenum">
              <a:rPr lang="ru-RU" smtClean="0"/>
              <a:t>6</a:t>
            </a:fld>
            <a:endParaRPr lang="ru-RU"/>
          </a:p>
        </p:txBody>
      </p:sp>
      <p:sp>
        <p:nvSpPr>
          <p:cNvPr id="7" name="TextBox 6">
            <a:extLst>
              <a:ext uri="{FF2B5EF4-FFF2-40B4-BE49-F238E27FC236}">
                <a16:creationId xmlns:a16="http://schemas.microsoft.com/office/drawing/2014/main" id="{7069AFC9-F4EF-7382-D091-C2F586E3943F}"/>
              </a:ext>
            </a:extLst>
          </p:cNvPr>
          <p:cNvSpPr txBox="1"/>
          <p:nvPr/>
        </p:nvSpPr>
        <p:spPr>
          <a:xfrm>
            <a:off x="908913" y="5669279"/>
            <a:ext cx="5455917" cy="646331"/>
          </a:xfrm>
          <a:prstGeom prst="rect">
            <a:avLst/>
          </a:prstGeom>
          <a:noFill/>
        </p:spPr>
        <p:txBody>
          <a:bodyPr wrap="none" rtlCol="0">
            <a:spAutoFit/>
          </a:bodyPr>
          <a:lstStyle/>
          <a:p>
            <a:pPr marL="342900" indent="-342900">
              <a:buAutoNum type="arabicPeriod"/>
            </a:pPr>
            <a:r>
              <a:rPr lang="ru-RU" dirty="0"/>
              <a:t>Разделение каналов: срезы </a:t>
            </a:r>
            <a:r>
              <a:rPr lang="en-US" dirty="0"/>
              <a:t>NumPy</a:t>
            </a:r>
          </a:p>
          <a:p>
            <a:pPr marL="342900" indent="-342900">
              <a:buAutoNum type="arabicPeriod"/>
            </a:pPr>
            <a:r>
              <a:rPr lang="ru-RU" dirty="0"/>
              <a:t>Построение гистограммы яркости: cv2.calcHist()</a:t>
            </a:r>
          </a:p>
        </p:txBody>
      </p:sp>
      <p:pic>
        <p:nvPicPr>
          <p:cNvPr id="11" name="Рисунок 10">
            <a:extLst>
              <a:ext uri="{FF2B5EF4-FFF2-40B4-BE49-F238E27FC236}">
                <a16:creationId xmlns:a16="http://schemas.microsoft.com/office/drawing/2014/main" id="{92A56618-6E57-A2C7-5F81-8F6B5EF43519}"/>
              </a:ext>
            </a:extLst>
          </p:cNvPr>
          <p:cNvPicPr>
            <a:picLocks noChangeAspect="1"/>
          </p:cNvPicPr>
          <p:nvPr/>
        </p:nvPicPr>
        <p:blipFill>
          <a:blip r:embed="rId2"/>
          <a:stretch>
            <a:fillRect/>
          </a:stretch>
        </p:blipFill>
        <p:spPr>
          <a:xfrm>
            <a:off x="908913" y="1390365"/>
            <a:ext cx="10374173" cy="4077269"/>
          </a:xfrm>
          <a:prstGeom prst="rect">
            <a:avLst/>
          </a:prstGeom>
        </p:spPr>
      </p:pic>
    </p:spTree>
    <p:extLst>
      <p:ext uri="{BB962C8B-B14F-4D97-AF65-F5344CB8AC3E}">
        <p14:creationId xmlns:p14="http://schemas.microsoft.com/office/powerpoint/2010/main" val="15812173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123201-059F-9AF9-5FF8-4D4FFD6BFB68}"/>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F89277B4-911E-46F3-58EC-8BE3759248E2}"/>
              </a:ext>
            </a:extLst>
          </p:cNvPr>
          <p:cNvSpPr>
            <a:spLocks noGrp="1"/>
          </p:cNvSpPr>
          <p:nvPr>
            <p:ph type="title"/>
          </p:nvPr>
        </p:nvSpPr>
        <p:spPr/>
        <p:txBody>
          <a:bodyPr>
            <a:normAutofit/>
          </a:bodyPr>
          <a:lstStyle/>
          <a:p>
            <a:r>
              <a:rPr lang="ru-RU" sz="3200" dirty="0"/>
              <a:t>Задание 2. Построить гистограммы R, G, B и определить наиболее насыщенный канал.</a:t>
            </a:r>
          </a:p>
        </p:txBody>
      </p:sp>
      <p:sp>
        <p:nvSpPr>
          <p:cNvPr id="21" name="Номер слайда 20">
            <a:extLst>
              <a:ext uri="{FF2B5EF4-FFF2-40B4-BE49-F238E27FC236}">
                <a16:creationId xmlns:a16="http://schemas.microsoft.com/office/drawing/2014/main" id="{1552F3F0-E1DD-25D9-A720-949711995751}"/>
              </a:ext>
            </a:extLst>
          </p:cNvPr>
          <p:cNvSpPr>
            <a:spLocks noGrp="1"/>
          </p:cNvSpPr>
          <p:nvPr>
            <p:ph type="sldNum" sz="quarter" idx="12"/>
          </p:nvPr>
        </p:nvSpPr>
        <p:spPr/>
        <p:txBody>
          <a:bodyPr/>
          <a:lstStyle/>
          <a:p>
            <a:fld id="{E294C9D9-2DEA-415A-A3DF-2372EDC3FB1F}" type="slidenum">
              <a:rPr lang="ru-RU" smtClean="0"/>
              <a:t>7</a:t>
            </a:fld>
            <a:endParaRPr lang="ru-RU"/>
          </a:p>
        </p:txBody>
      </p:sp>
      <p:sp>
        <p:nvSpPr>
          <p:cNvPr id="7" name="TextBox 6">
            <a:extLst>
              <a:ext uri="{FF2B5EF4-FFF2-40B4-BE49-F238E27FC236}">
                <a16:creationId xmlns:a16="http://schemas.microsoft.com/office/drawing/2014/main" id="{0764FF4A-B384-6662-20D5-A6376DA6004F}"/>
              </a:ext>
            </a:extLst>
          </p:cNvPr>
          <p:cNvSpPr txBox="1"/>
          <p:nvPr/>
        </p:nvSpPr>
        <p:spPr>
          <a:xfrm>
            <a:off x="908913" y="5669279"/>
            <a:ext cx="5455917" cy="646331"/>
          </a:xfrm>
          <a:prstGeom prst="rect">
            <a:avLst/>
          </a:prstGeom>
          <a:noFill/>
        </p:spPr>
        <p:txBody>
          <a:bodyPr wrap="none" rtlCol="0">
            <a:spAutoFit/>
          </a:bodyPr>
          <a:lstStyle/>
          <a:p>
            <a:pPr marL="342900" indent="-342900">
              <a:buAutoNum type="arabicPeriod"/>
            </a:pPr>
            <a:r>
              <a:rPr lang="ru-RU" dirty="0"/>
              <a:t>Разделение каналов: срезы </a:t>
            </a:r>
            <a:r>
              <a:rPr lang="en-US" dirty="0"/>
              <a:t>NumPy</a:t>
            </a:r>
          </a:p>
          <a:p>
            <a:pPr marL="342900" indent="-342900">
              <a:buAutoNum type="arabicPeriod"/>
            </a:pPr>
            <a:r>
              <a:rPr lang="ru-RU" dirty="0"/>
              <a:t>Построение гистограммы яркости: cv2.calcHist()</a:t>
            </a:r>
          </a:p>
        </p:txBody>
      </p:sp>
      <p:pic>
        <p:nvPicPr>
          <p:cNvPr id="4" name="Рисунок 3">
            <a:extLst>
              <a:ext uri="{FF2B5EF4-FFF2-40B4-BE49-F238E27FC236}">
                <a16:creationId xmlns:a16="http://schemas.microsoft.com/office/drawing/2014/main" id="{3DC037BE-FBE9-D40D-9F3C-8C94FDCD3F4D}"/>
              </a:ext>
            </a:extLst>
          </p:cNvPr>
          <p:cNvPicPr>
            <a:picLocks noChangeAspect="1"/>
          </p:cNvPicPr>
          <p:nvPr/>
        </p:nvPicPr>
        <p:blipFill>
          <a:blip r:embed="rId2"/>
          <a:srcRect l="162"/>
          <a:stretch>
            <a:fillRect/>
          </a:stretch>
        </p:blipFill>
        <p:spPr>
          <a:xfrm>
            <a:off x="1176603" y="1366549"/>
            <a:ext cx="10376454" cy="4124901"/>
          </a:xfrm>
          <a:prstGeom prst="rect">
            <a:avLst/>
          </a:prstGeom>
        </p:spPr>
      </p:pic>
    </p:spTree>
    <p:extLst>
      <p:ext uri="{BB962C8B-B14F-4D97-AF65-F5344CB8AC3E}">
        <p14:creationId xmlns:p14="http://schemas.microsoft.com/office/powerpoint/2010/main" val="35207499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B483A-9AFF-83D1-E349-0A0356079822}"/>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0316FC97-9267-08E2-403C-ACF0893B591D}"/>
              </a:ext>
            </a:extLst>
          </p:cNvPr>
          <p:cNvSpPr>
            <a:spLocks noGrp="1"/>
          </p:cNvSpPr>
          <p:nvPr>
            <p:ph type="title"/>
          </p:nvPr>
        </p:nvSpPr>
        <p:spPr/>
        <p:txBody>
          <a:bodyPr>
            <a:normAutofit/>
          </a:bodyPr>
          <a:lstStyle/>
          <a:p>
            <a:r>
              <a:rPr lang="ru-RU" sz="3200" dirty="0"/>
              <a:t>Задание 2. Построить гистограммы R, G, B и определить наиболее насыщенный канал.</a:t>
            </a:r>
          </a:p>
        </p:txBody>
      </p:sp>
      <p:sp>
        <p:nvSpPr>
          <p:cNvPr id="21" name="Номер слайда 20">
            <a:extLst>
              <a:ext uri="{FF2B5EF4-FFF2-40B4-BE49-F238E27FC236}">
                <a16:creationId xmlns:a16="http://schemas.microsoft.com/office/drawing/2014/main" id="{0E0ED3A5-E24F-196C-EFF5-7A86B7656C81}"/>
              </a:ext>
            </a:extLst>
          </p:cNvPr>
          <p:cNvSpPr>
            <a:spLocks noGrp="1"/>
          </p:cNvSpPr>
          <p:nvPr>
            <p:ph type="sldNum" sz="quarter" idx="12"/>
          </p:nvPr>
        </p:nvSpPr>
        <p:spPr/>
        <p:txBody>
          <a:bodyPr/>
          <a:lstStyle/>
          <a:p>
            <a:fld id="{E294C9D9-2DEA-415A-A3DF-2372EDC3FB1F}" type="slidenum">
              <a:rPr lang="ru-RU" smtClean="0"/>
              <a:t>8</a:t>
            </a:fld>
            <a:endParaRPr lang="ru-RU"/>
          </a:p>
        </p:txBody>
      </p:sp>
      <p:sp>
        <p:nvSpPr>
          <p:cNvPr id="7" name="TextBox 6">
            <a:extLst>
              <a:ext uri="{FF2B5EF4-FFF2-40B4-BE49-F238E27FC236}">
                <a16:creationId xmlns:a16="http://schemas.microsoft.com/office/drawing/2014/main" id="{36400A15-58B4-0877-C43E-E12D3BD144FD}"/>
              </a:ext>
            </a:extLst>
          </p:cNvPr>
          <p:cNvSpPr txBox="1"/>
          <p:nvPr/>
        </p:nvSpPr>
        <p:spPr>
          <a:xfrm>
            <a:off x="908913" y="5669279"/>
            <a:ext cx="5455917" cy="646331"/>
          </a:xfrm>
          <a:prstGeom prst="rect">
            <a:avLst/>
          </a:prstGeom>
          <a:noFill/>
        </p:spPr>
        <p:txBody>
          <a:bodyPr wrap="none" rtlCol="0">
            <a:spAutoFit/>
          </a:bodyPr>
          <a:lstStyle/>
          <a:p>
            <a:pPr marL="342900" indent="-342900">
              <a:buAutoNum type="arabicPeriod"/>
            </a:pPr>
            <a:r>
              <a:rPr lang="ru-RU" dirty="0"/>
              <a:t>Разделение каналов: срезы </a:t>
            </a:r>
            <a:r>
              <a:rPr lang="en-US" dirty="0"/>
              <a:t>NumPy</a:t>
            </a:r>
          </a:p>
          <a:p>
            <a:pPr marL="342900" indent="-342900">
              <a:buAutoNum type="arabicPeriod"/>
            </a:pPr>
            <a:r>
              <a:rPr lang="ru-RU" dirty="0"/>
              <a:t>Построение гистограммы яркости: cv2.calcHist()</a:t>
            </a:r>
          </a:p>
        </p:txBody>
      </p:sp>
      <p:pic>
        <p:nvPicPr>
          <p:cNvPr id="4" name="Рисунок 3">
            <a:extLst>
              <a:ext uri="{FF2B5EF4-FFF2-40B4-BE49-F238E27FC236}">
                <a16:creationId xmlns:a16="http://schemas.microsoft.com/office/drawing/2014/main" id="{77EA2C12-6A2A-D4D7-DFAD-19FA61362296}"/>
              </a:ext>
            </a:extLst>
          </p:cNvPr>
          <p:cNvPicPr>
            <a:picLocks noChangeAspect="1"/>
          </p:cNvPicPr>
          <p:nvPr/>
        </p:nvPicPr>
        <p:blipFill>
          <a:blip r:embed="rId2"/>
          <a:srcRect l="728"/>
          <a:stretch>
            <a:fillRect/>
          </a:stretch>
        </p:blipFill>
        <p:spPr>
          <a:xfrm>
            <a:off x="979714" y="1395128"/>
            <a:ext cx="10308135" cy="4067743"/>
          </a:xfrm>
          <a:prstGeom prst="rect">
            <a:avLst/>
          </a:prstGeom>
        </p:spPr>
      </p:pic>
    </p:spTree>
    <p:extLst>
      <p:ext uri="{BB962C8B-B14F-4D97-AF65-F5344CB8AC3E}">
        <p14:creationId xmlns:p14="http://schemas.microsoft.com/office/powerpoint/2010/main" val="19175219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0D4F2A-9C96-DC0E-A429-B0BCB7AC4D77}"/>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9F94D073-DF8D-98A5-3E94-EEE87F5EB6CB}"/>
              </a:ext>
            </a:extLst>
          </p:cNvPr>
          <p:cNvSpPr>
            <a:spLocks noGrp="1"/>
          </p:cNvSpPr>
          <p:nvPr>
            <p:ph type="title"/>
          </p:nvPr>
        </p:nvSpPr>
        <p:spPr/>
        <p:txBody>
          <a:bodyPr>
            <a:normAutofit/>
          </a:bodyPr>
          <a:lstStyle/>
          <a:p>
            <a:r>
              <a:rPr lang="ru-RU" sz="3200" dirty="0"/>
              <a:t>Задание 2. Построить гистограммы R, G, B и определить наиболее насыщенный канал.</a:t>
            </a:r>
          </a:p>
        </p:txBody>
      </p:sp>
      <p:sp>
        <p:nvSpPr>
          <p:cNvPr id="21" name="Номер слайда 20">
            <a:extLst>
              <a:ext uri="{FF2B5EF4-FFF2-40B4-BE49-F238E27FC236}">
                <a16:creationId xmlns:a16="http://schemas.microsoft.com/office/drawing/2014/main" id="{1E9CD374-0C79-D5E5-3A97-5DAAE8CBBC3B}"/>
              </a:ext>
            </a:extLst>
          </p:cNvPr>
          <p:cNvSpPr>
            <a:spLocks noGrp="1"/>
          </p:cNvSpPr>
          <p:nvPr>
            <p:ph type="sldNum" sz="quarter" idx="12"/>
          </p:nvPr>
        </p:nvSpPr>
        <p:spPr/>
        <p:txBody>
          <a:bodyPr/>
          <a:lstStyle/>
          <a:p>
            <a:fld id="{E294C9D9-2DEA-415A-A3DF-2372EDC3FB1F}" type="slidenum">
              <a:rPr lang="ru-RU" smtClean="0"/>
              <a:t>9</a:t>
            </a:fld>
            <a:endParaRPr lang="ru-RU"/>
          </a:p>
        </p:txBody>
      </p:sp>
      <p:sp>
        <p:nvSpPr>
          <p:cNvPr id="7" name="TextBox 6">
            <a:extLst>
              <a:ext uri="{FF2B5EF4-FFF2-40B4-BE49-F238E27FC236}">
                <a16:creationId xmlns:a16="http://schemas.microsoft.com/office/drawing/2014/main" id="{A600E31A-C65A-EBCC-7A8D-831861909A18}"/>
              </a:ext>
            </a:extLst>
          </p:cNvPr>
          <p:cNvSpPr txBox="1"/>
          <p:nvPr/>
        </p:nvSpPr>
        <p:spPr>
          <a:xfrm>
            <a:off x="296179" y="1676700"/>
            <a:ext cx="11895821" cy="646331"/>
          </a:xfrm>
          <a:prstGeom prst="rect">
            <a:avLst/>
          </a:prstGeom>
          <a:noFill/>
        </p:spPr>
        <p:txBody>
          <a:bodyPr wrap="none" rtlCol="0">
            <a:spAutoFit/>
          </a:bodyPr>
          <a:lstStyle/>
          <a:p>
            <a:r>
              <a:rPr lang="ru-RU" dirty="0"/>
              <a:t>3. Вычисление средней интенсивности: </a:t>
            </a:r>
            <a:r>
              <a:rPr lang="ru-RU" dirty="0" err="1"/>
              <a:t>mean_intensity</a:t>
            </a:r>
            <a:r>
              <a:rPr lang="ru-RU" dirty="0"/>
              <a:t> = (</a:t>
            </a:r>
            <a:r>
              <a:rPr lang="ru-RU" dirty="0" err="1"/>
              <a:t>np.sum</a:t>
            </a:r>
            <a:r>
              <a:rPr lang="ru-RU" dirty="0"/>
              <a:t>(</a:t>
            </a:r>
            <a:r>
              <a:rPr lang="ru-RU" dirty="0" err="1"/>
              <a:t>intensity</a:t>
            </a:r>
            <a:r>
              <a:rPr lang="ru-RU" dirty="0"/>
              <a:t> * </a:t>
            </a:r>
            <a:r>
              <a:rPr lang="ru-RU" dirty="0" err="1"/>
              <a:t>rgb_hist.flatten</a:t>
            </a:r>
            <a:r>
              <a:rPr lang="ru-RU" dirty="0"/>
              <a:t>())/ </a:t>
            </a:r>
            <a:r>
              <a:rPr lang="ru-RU" dirty="0" err="1"/>
              <a:t>np.sum</a:t>
            </a:r>
            <a:r>
              <a:rPr lang="ru-RU" dirty="0"/>
              <a:t>(</a:t>
            </a:r>
            <a:r>
              <a:rPr lang="ru-RU" dirty="0" err="1"/>
              <a:t>rgb_hist</a:t>
            </a:r>
            <a:r>
              <a:rPr lang="ru-RU" dirty="0"/>
              <a:t>))</a:t>
            </a:r>
          </a:p>
          <a:p>
            <a:r>
              <a:rPr lang="ru-RU" dirty="0"/>
              <a:t>4. Определение наиболее насыщенного канала: канал с максимальным значением средней интенсивности</a:t>
            </a:r>
            <a:endParaRPr lang="en-US" dirty="0"/>
          </a:p>
        </p:txBody>
      </p:sp>
      <p:pic>
        <p:nvPicPr>
          <p:cNvPr id="4" name="Рисунок 3">
            <a:extLst>
              <a:ext uri="{FF2B5EF4-FFF2-40B4-BE49-F238E27FC236}">
                <a16:creationId xmlns:a16="http://schemas.microsoft.com/office/drawing/2014/main" id="{B87B06F6-68AE-834D-1AE2-346EA631CC9A}"/>
              </a:ext>
            </a:extLst>
          </p:cNvPr>
          <p:cNvPicPr>
            <a:picLocks noChangeAspect="1"/>
          </p:cNvPicPr>
          <p:nvPr/>
        </p:nvPicPr>
        <p:blipFill>
          <a:blip r:embed="rId2"/>
          <a:stretch>
            <a:fillRect/>
          </a:stretch>
        </p:blipFill>
        <p:spPr>
          <a:xfrm>
            <a:off x="1964876" y="2811011"/>
            <a:ext cx="8262248" cy="1235978"/>
          </a:xfrm>
          <a:prstGeom prst="rect">
            <a:avLst/>
          </a:prstGeom>
        </p:spPr>
      </p:pic>
    </p:spTree>
    <p:extLst>
      <p:ext uri="{BB962C8B-B14F-4D97-AF65-F5344CB8AC3E}">
        <p14:creationId xmlns:p14="http://schemas.microsoft.com/office/powerpoint/2010/main" val="29775534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0970074-39AE-C233-F2A7-9E7323F343C8}"/>
              </a:ext>
            </a:extLst>
          </p:cNvPr>
          <p:cNvSpPr>
            <a:spLocks noGrp="1"/>
          </p:cNvSpPr>
          <p:nvPr>
            <p:ph type="title"/>
          </p:nvPr>
        </p:nvSpPr>
        <p:spPr/>
        <p:txBody>
          <a:bodyPr>
            <a:noAutofit/>
          </a:bodyPr>
          <a:lstStyle/>
          <a:p>
            <a:r>
              <a:rPr lang="ru-RU" sz="3200" dirty="0"/>
              <a:t>Задание 3. Построить горизонтальный профиль изображения и определить линию с минимальной яркостью.</a:t>
            </a:r>
          </a:p>
        </p:txBody>
      </p:sp>
      <p:pic>
        <p:nvPicPr>
          <p:cNvPr id="5" name="Объект 4">
            <a:extLst>
              <a:ext uri="{FF2B5EF4-FFF2-40B4-BE49-F238E27FC236}">
                <a16:creationId xmlns:a16="http://schemas.microsoft.com/office/drawing/2014/main" id="{37FCD15C-84FF-0773-18A9-5D5D20A4FD43}"/>
              </a:ext>
            </a:extLst>
          </p:cNvPr>
          <p:cNvPicPr>
            <a:picLocks noGrp="1" noChangeAspect="1"/>
          </p:cNvPicPr>
          <p:nvPr>
            <p:ph idx="1"/>
          </p:nvPr>
        </p:nvPicPr>
        <p:blipFill>
          <a:blip r:embed="rId2"/>
          <a:stretch>
            <a:fillRect/>
          </a:stretch>
        </p:blipFill>
        <p:spPr>
          <a:xfrm>
            <a:off x="684987" y="1785980"/>
            <a:ext cx="10822025" cy="3286040"/>
          </a:xfrm>
          <a:prstGeom prst="rect">
            <a:avLst/>
          </a:prstGeom>
        </p:spPr>
      </p:pic>
      <p:sp>
        <p:nvSpPr>
          <p:cNvPr id="11" name="Номер слайда 10">
            <a:extLst>
              <a:ext uri="{FF2B5EF4-FFF2-40B4-BE49-F238E27FC236}">
                <a16:creationId xmlns:a16="http://schemas.microsoft.com/office/drawing/2014/main" id="{54E197D6-2512-A5B0-592D-84C6614DC2C4}"/>
              </a:ext>
            </a:extLst>
          </p:cNvPr>
          <p:cNvSpPr>
            <a:spLocks noGrp="1"/>
          </p:cNvSpPr>
          <p:nvPr>
            <p:ph type="sldNum" sz="quarter" idx="12"/>
          </p:nvPr>
        </p:nvSpPr>
        <p:spPr/>
        <p:txBody>
          <a:bodyPr/>
          <a:lstStyle/>
          <a:p>
            <a:fld id="{E294C9D9-2DEA-415A-A3DF-2372EDC3FB1F}" type="slidenum">
              <a:rPr lang="ru-RU" smtClean="0"/>
              <a:t>10</a:t>
            </a:fld>
            <a:endParaRPr lang="ru-RU"/>
          </a:p>
        </p:txBody>
      </p:sp>
    </p:spTree>
    <p:extLst>
      <p:ext uri="{BB962C8B-B14F-4D97-AF65-F5344CB8AC3E}">
        <p14:creationId xmlns:p14="http://schemas.microsoft.com/office/powerpoint/2010/main" val="24019036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413BF4-EAC3-2FE2-2076-FBABF98BF05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B7297FBA-3438-410D-B4AB-D423E776D89A}"/>
              </a:ext>
            </a:extLst>
          </p:cNvPr>
          <p:cNvSpPr>
            <a:spLocks noGrp="1"/>
          </p:cNvSpPr>
          <p:nvPr>
            <p:ph type="title"/>
          </p:nvPr>
        </p:nvSpPr>
        <p:spPr/>
        <p:txBody>
          <a:bodyPr>
            <a:noAutofit/>
          </a:bodyPr>
          <a:lstStyle/>
          <a:p>
            <a:r>
              <a:rPr lang="ru-RU" sz="3200" dirty="0"/>
              <a:t>Задание 3. Построить горизонтальный профиль изображения и определить линию с минимальной яркостью.</a:t>
            </a:r>
          </a:p>
        </p:txBody>
      </p:sp>
      <p:pic>
        <p:nvPicPr>
          <p:cNvPr id="7" name="Рисунок 6">
            <a:extLst>
              <a:ext uri="{FF2B5EF4-FFF2-40B4-BE49-F238E27FC236}">
                <a16:creationId xmlns:a16="http://schemas.microsoft.com/office/drawing/2014/main" id="{D66D9E55-821E-7C09-5A3B-53A90CF5AC85}"/>
              </a:ext>
            </a:extLst>
          </p:cNvPr>
          <p:cNvPicPr>
            <a:picLocks noChangeAspect="1"/>
          </p:cNvPicPr>
          <p:nvPr/>
        </p:nvPicPr>
        <p:blipFill>
          <a:blip r:embed="rId2"/>
          <a:stretch>
            <a:fillRect/>
          </a:stretch>
        </p:blipFill>
        <p:spPr>
          <a:xfrm>
            <a:off x="225217" y="1188720"/>
            <a:ext cx="7239690" cy="4325672"/>
          </a:xfrm>
          <a:prstGeom prst="rect">
            <a:avLst/>
          </a:prstGeom>
        </p:spPr>
      </p:pic>
      <p:sp>
        <p:nvSpPr>
          <p:cNvPr id="8" name="Номер слайда 7">
            <a:extLst>
              <a:ext uri="{FF2B5EF4-FFF2-40B4-BE49-F238E27FC236}">
                <a16:creationId xmlns:a16="http://schemas.microsoft.com/office/drawing/2014/main" id="{76AF999E-C755-D20F-453F-7D7223F0B382}"/>
              </a:ext>
            </a:extLst>
          </p:cNvPr>
          <p:cNvSpPr>
            <a:spLocks noGrp="1"/>
          </p:cNvSpPr>
          <p:nvPr>
            <p:ph type="sldNum" sz="quarter" idx="12"/>
          </p:nvPr>
        </p:nvSpPr>
        <p:spPr/>
        <p:txBody>
          <a:bodyPr/>
          <a:lstStyle/>
          <a:p>
            <a:fld id="{E294C9D9-2DEA-415A-A3DF-2372EDC3FB1F}" type="slidenum">
              <a:rPr lang="ru-RU" smtClean="0"/>
              <a:t>11</a:t>
            </a:fld>
            <a:endParaRPr lang="ru-RU"/>
          </a:p>
        </p:txBody>
      </p:sp>
      <p:pic>
        <p:nvPicPr>
          <p:cNvPr id="4" name="Рисунок 3">
            <a:extLst>
              <a:ext uri="{FF2B5EF4-FFF2-40B4-BE49-F238E27FC236}">
                <a16:creationId xmlns:a16="http://schemas.microsoft.com/office/drawing/2014/main" id="{CFFF5301-FA13-A165-E3F1-3FCD4149A50B}"/>
              </a:ext>
            </a:extLst>
          </p:cNvPr>
          <p:cNvPicPr>
            <a:picLocks noChangeAspect="1"/>
          </p:cNvPicPr>
          <p:nvPr/>
        </p:nvPicPr>
        <p:blipFill>
          <a:blip r:embed="rId3"/>
          <a:stretch>
            <a:fillRect/>
          </a:stretch>
        </p:blipFill>
        <p:spPr>
          <a:xfrm>
            <a:off x="7576456" y="1188720"/>
            <a:ext cx="4390327" cy="4542193"/>
          </a:xfrm>
          <a:prstGeom prst="rect">
            <a:avLst/>
          </a:prstGeom>
        </p:spPr>
      </p:pic>
    </p:spTree>
    <p:extLst>
      <p:ext uri="{BB962C8B-B14F-4D97-AF65-F5344CB8AC3E}">
        <p14:creationId xmlns:p14="http://schemas.microsoft.com/office/powerpoint/2010/main" val="21600503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CE88372-CFB3-403A-3670-2B19ECCCAE59}"/>
              </a:ext>
            </a:extLst>
          </p:cNvPr>
          <p:cNvSpPr>
            <a:spLocks noGrp="1"/>
          </p:cNvSpPr>
          <p:nvPr>
            <p:ph type="title"/>
          </p:nvPr>
        </p:nvSpPr>
        <p:spPr/>
        <p:txBody>
          <a:bodyPr>
            <a:noAutofit/>
          </a:bodyPr>
          <a:lstStyle/>
          <a:p>
            <a:r>
              <a:rPr lang="ru-RU" sz="3200" dirty="0"/>
              <a:t>Задание 4. Построить вертикальную проекцию изображения и определить линию с максимальной яркостью</a:t>
            </a:r>
          </a:p>
        </p:txBody>
      </p:sp>
      <p:pic>
        <p:nvPicPr>
          <p:cNvPr id="5" name="Рисунок 4">
            <a:extLst>
              <a:ext uri="{FF2B5EF4-FFF2-40B4-BE49-F238E27FC236}">
                <a16:creationId xmlns:a16="http://schemas.microsoft.com/office/drawing/2014/main" id="{A6CC4354-3BC5-4C51-A977-B3A2A8ABBA8F}"/>
              </a:ext>
            </a:extLst>
          </p:cNvPr>
          <p:cNvPicPr>
            <a:picLocks noChangeAspect="1"/>
          </p:cNvPicPr>
          <p:nvPr/>
        </p:nvPicPr>
        <p:blipFill>
          <a:blip r:embed="rId2"/>
          <a:stretch>
            <a:fillRect/>
          </a:stretch>
        </p:blipFill>
        <p:spPr>
          <a:xfrm>
            <a:off x="1852020" y="1233181"/>
            <a:ext cx="8487960" cy="4391638"/>
          </a:xfrm>
          <a:prstGeom prst="rect">
            <a:avLst/>
          </a:prstGeom>
        </p:spPr>
      </p:pic>
      <p:sp>
        <p:nvSpPr>
          <p:cNvPr id="7" name="Номер слайда 6">
            <a:extLst>
              <a:ext uri="{FF2B5EF4-FFF2-40B4-BE49-F238E27FC236}">
                <a16:creationId xmlns:a16="http://schemas.microsoft.com/office/drawing/2014/main" id="{EF85A386-2F77-B17E-B110-B0A0786CB42B}"/>
              </a:ext>
            </a:extLst>
          </p:cNvPr>
          <p:cNvSpPr>
            <a:spLocks noGrp="1"/>
          </p:cNvSpPr>
          <p:nvPr>
            <p:ph type="sldNum" sz="quarter" idx="12"/>
          </p:nvPr>
        </p:nvSpPr>
        <p:spPr/>
        <p:txBody>
          <a:bodyPr/>
          <a:lstStyle/>
          <a:p>
            <a:fld id="{E294C9D9-2DEA-415A-A3DF-2372EDC3FB1F}" type="slidenum">
              <a:rPr lang="ru-RU" smtClean="0"/>
              <a:t>12</a:t>
            </a:fld>
            <a:endParaRPr lang="ru-RU"/>
          </a:p>
        </p:txBody>
      </p:sp>
    </p:spTree>
    <p:extLst>
      <p:ext uri="{BB962C8B-B14F-4D97-AF65-F5344CB8AC3E}">
        <p14:creationId xmlns:p14="http://schemas.microsoft.com/office/powerpoint/2010/main" val="38933647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EE4C5-1AC7-EC4B-E07D-B518B0FA344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7518525D-7171-45B2-117C-D06F6BA0C001}"/>
              </a:ext>
            </a:extLst>
          </p:cNvPr>
          <p:cNvSpPr>
            <a:spLocks noGrp="1"/>
          </p:cNvSpPr>
          <p:nvPr>
            <p:ph type="title"/>
          </p:nvPr>
        </p:nvSpPr>
        <p:spPr/>
        <p:txBody>
          <a:bodyPr>
            <a:noAutofit/>
          </a:bodyPr>
          <a:lstStyle/>
          <a:p>
            <a:r>
              <a:rPr lang="ru-RU" sz="3200" dirty="0"/>
              <a:t>Задание 4. Построить вертикальную проекцию изображения и определить линию с максимальной яркостью</a:t>
            </a:r>
          </a:p>
        </p:txBody>
      </p:sp>
      <p:pic>
        <p:nvPicPr>
          <p:cNvPr id="4" name="Рисунок 3">
            <a:extLst>
              <a:ext uri="{FF2B5EF4-FFF2-40B4-BE49-F238E27FC236}">
                <a16:creationId xmlns:a16="http://schemas.microsoft.com/office/drawing/2014/main" id="{8815D097-5898-0559-6D3B-90F003F9F01D}"/>
              </a:ext>
            </a:extLst>
          </p:cNvPr>
          <p:cNvPicPr>
            <a:picLocks noChangeAspect="1"/>
          </p:cNvPicPr>
          <p:nvPr/>
        </p:nvPicPr>
        <p:blipFill>
          <a:blip r:embed="rId2"/>
          <a:stretch>
            <a:fillRect/>
          </a:stretch>
        </p:blipFill>
        <p:spPr>
          <a:xfrm>
            <a:off x="182880" y="1188720"/>
            <a:ext cx="7327590" cy="4260358"/>
          </a:xfrm>
          <a:prstGeom prst="rect">
            <a:avLst/>
          </a:prstGeom>
        </p:spPr>
      </p:pic>
      <p:sp>
        <p:nvSpPr>
          <p:cNvPr id="7" name="Номер слайда 6">
            <a:extLst>
              <a:ext uri="{FF2B5EF4-FFF2-40B4-BE49-F238E27FC236}">
                <a16:creationId xmlns:a16="http://schemas.microsoft.com/office/drawing/2014/main" id="{1A242462-8541-AC05-7299-B7613062761C}"/>
              </a:ext>
            </a:extLst>
          </p:cNvPr>
          <p:cNvSpPr>
            <a:spLocks noGrp="1"/>
          </p:cNvSpPr>
          <p:nvPr>
            <p:ph type="sldNum" sz="quarter" idx="12"/>
          </p:nvPr>
        </p:nvSpPr>
        <p:spPr/>
        <p:txBody>
          <a:bodyPr/>
          <a:lstStyle/>
          <a:p>
            <a:fld id="{E294C9D9-2DEA-415A-A3DF-2372EDC3FB1F}" type="slidenum">
              <a:rPr lang="ru-RU" smtClean="0"/>
              <a:t>13</a:t>
            </a:fld>
            <a:endParaRPr lang="ru-RU"/>
          </a:p>
        </p:txBody>
      </p:sp>
      <p:pic>
        <p:nvPicPr>
          <p:cNvPr id="5" name="Рисунок 4">
            <a:extLst>
              <a:ext uri="{FF2B5EF4-FFF2-40B4-BE49-F238E27FC236}">
                <a16:creationId xmlns:a16="http://schemas.microsoft.com/office/drawing/2014/main" id="{6005620B-3A48-78C0-F34C-92C37A7C7192}"/>
              </a:ext>
            </a:extLst>
          </p:cNvPr>
          <p:cNvPicPr>
            <a:picLocks noChangeAspect="1"/>
          </p:cNvPicPr>
          <p:nvPr/>
        </p:nvPicPr>
        <p:blipFill>
          <a:blip r:embed="rId3"/>
          <a:stretch>
            <a:fillRect/>
          </a:stretch>
        </p:blipFill>
        <p:spPr>
          <a:xfrm>
            <a:off x="7586789" y="1141347"/>
            <a:ext cx="4422331" cy="4575305"/>
          </a:xfrm>
          <a:prstGeom prst="rect">
            <a:avLst/>
          </a:prstGeom>
        </p:spPr>
      </p:pic>
    </p:spTree>
    <p:extLst>
      <p:ext uri="{BB962C8B-B14F-4D97-AF65-F5344CB8AC3E}">
        <p14:creationId xmlns:p14="http://schemas.microsoft.com/office/powerpoint/2010/main" val="6977618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6C6CED7-8695-3072-1162-DF1464BD9084}"/>
              </a:ext>
            </a:extLst>
          </p:cNvPr>
          <p:cNvSpPr>
            <a:spLocks noGrp="1"/>
          </p:cNvSpPr>
          <p:nvPr>
            <p:ph type="title"/>
          </p:nvPr>
        </p:nvSpPr>
        <p:spPr/>
        <p:txBody>
          <a:bodyPr>
            <a:noAutofit/>
          </a:bodyPr>
          <a:lstStyle/>
          <a:p>
            <a:r>
              <a:rPr lang="ru-RU" sz="3200" dirty="0"/>
              <a:t>Задание 5. Построить горизонтальные и вертикальные проекции бинарного изображения и найти границы объектов</a:t>
            </a:r>
          </a:p>
        </p:txBody>
      </p:sp>
      <p:pic>
        <p:nvPicPr>
          <p:cNvPr id="5" name="Рисунок 4">
            <a:extLst>
              <a:ext uri="{FF2B5EF4-FFF2-40B4-BE49-F238E27FC236}">
                <a16:creationId xmlns:a16="http://schemas.microsoft.com/office/drawing/2014/main" id="{100F59C7-84DB-059C-B63E-9BC226D6AC44}"/>
              </a:ext>
            </a:extLst>
          </p:cNvPr>
          <p:cNvPicPr>
            <a:picLocks noChangeAspect="1"/>
          </p:cNvPicPr>
          <p:nvPr/>
        </p:nvPicPr>
        <p:blipFill>
          <a:blip r:embed="rId2"/>
          <a:stretch>
            <a:fillRect/>
          </a:stretch>
        </p:blipFill>
        <p:spPr>
          <a:xfrm>
            <a:off x="5059146" y="1477392"/>
            <a:ext cx="6907638" cy="1589658"/>
          </a:xfrm>
          <a:prstGeom prst="rect">
            <a:avLst/>
          </a:prstGeom>
        </p:spPr>
      </p:pic>
      <p:pic>
        <p:nvPicPr>
          <p:cNvPr id="7" name="Рисунок 6">
            <a:extLst>
              <a:ext uri="{FF2B5EF4-FFF2-40B4-BE49-F238E27FC236}">
                <a16:creationId xmlns:a16="http://schemas.microsoft.com/office/drawing/2014/main" id="{20EB1850-4B3A-9539-1C82-ACAC18606FE0}"/>
              </a:ext>
            </a:extLst>
          </p:cNvPr>
          <p:cNvPicPr>
            <a:picLocks noChangeAspect="1"/>
          </p:cNvPicPr>
          <p:nvPr/>
        </p:nvPicPr>
        <p:blipFill>
          <a:blip r:embed="rId3"/>
          <a:stretch>
            <a:fillRect/>
          </a:stretch>
        </p:blipFill>
        <p:spPr>
          <a:xfrm>
            <a:off x="182880" y="1188720"/>
            <a:ext cx="4581525" cy="4800600"/>
          </a:xfrm>
          <a:prstGeom prst="rect">
            <a:avLst/>
          </a:prstGeom>
        </p:spPr>
      </p:pic>
      <p:sp>
        <p:nvSpPr>
          <p:cNvPr id="9" name="Номер слайда 8">
            <a:extLst>
              <a:ext uri="{FF2B5EF4-FFF2-40B4-BE49-F238E27FC236}">
                <a16:creationId xmlns:a16="http://schemas.microsoft.com/office/drawing/2014/main" id="{001E5F17-A6F6-1125-2DFC-8F67DA0D5503}"/>
              </a:ext>
            </a:extLst>
          </p:cNvPr>
          <p:cNvSpPr>
            <a:spLocks noGrp="1"/>
          </p:cNvSpPr>
          <p:nvPr>
            <p:ph type="sldNum" sz="quarter" idx="12"/>
          </p:nvPr>
        </p:nvSpPr>
        <p:spPr/>
        <p:txBody>
          <a:bodyPr/>
          <a:lstStyle/>
          <a:p>
            <a:fld id="{E294C9D9-2DEA-415A-A3DF-2372EDC3FB1F}" type="slidenum">
              <a:rPr lang="ru-RU" smtClean="0"/>
              <a:t>14</a:t>
            </a:fld>
            <a:endParaRPr lang="ru-RU"/>
          </a:p>
        </p:txBody>
      </p:sp>
      <p:pic>
        <p:nvPicPr>
          <p:cNvPr id="4" name="Рисунок 3">
            <a:extLst>
              <a:ext uri="{FF2B5EF4-FFF2-40B4-BE49-F238E27FC236}">
                <a16:creationId xmlns:a16="http://schemas.microsoft.com/office/drawing/2014/main" id="{1BC384F5-6530-5034-7554-7B4070FDB1CD}"/>
              </a:ext>
            </a:extLst>
          </p:cNvPr>
          <p:cNvPicPr>
            <a:picLocks noChangeAspect="1"/>
          </p:cNvPicPr>
          <p:nvPr/>
        </p:nvPicPr>
        <p:blipFill>
          <a:blip r:embed="rId4"/>
          <a:stretch>
            <a:fillRect/>
          </a:stretch>
        </p:blipFill>
        <p:spPr>
          <a:xfrm>
            <a:off x="5059146" y="3242730"/>
            <a:ext cx="5787030" cy="3144398"/>
          </a:xfrm>
          <a:prstGeom prst="rect">
            <a:avLst/>
          </a:prstGeom>
        </p:spPr>
      </p:pic>
    </p:spTree>
    <p:extLst>
      <p:ext uri="{BB962C8B-B14F-4D97-AF65-F5344CB8AC3E}">
        <p14:creationId xmlns:p14="http://schemas.microsoft.com/office/powerpoint/2010/main" val="27851673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49FA0-3633-C874-534A-A040C4ACE1E6}"/>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C9E77D61-4C1F-F7E3-6669-CEA086A7EA6A}"/>
              </a:ext>
            </a:extLst>
          </p:cNvPr>
          <p:cNvSpPr>
            <a:spLocks noGrp="1"/>
          </p:cNvSpPr>
          <p:nvPr>
            <p:ph type="title"/>
          </p:nvPr>
        </p:nvSpPr>
        <p:spPr/>
        <p:txBody>
          <a:bodyPr>
            <a:noAutofit/>
          </a:bodyPr>
          <a:lstStyle/>
          <a:p>
            <a:r>
              <a:rPr lang="ru-RU" sz="3200" dirty="0"/>
              <a:t>Задание 5. Построить горизонтальные и вертикальные проекции бинарного изображения и найти границы объектов</a:t>
            </a:r>
          </a:p>
        </p:txBody>
      </p:sp>
      <p:sp>
        <p:nvSpPr>
          <p:cNvPr id="11" name="Номер слайда 10">
            <a:extLst>
              <a:ext uri="{FF2B5EF4-FFF2-40B4-BE49-F238E27FC236}">
                <a16:creationId xmlns:a16="http://schemas.microsoft.com/office/drawing/2014/main" id="{9C3925F8-27F0-6489-A7CE-CBC87DC92770}"/>
              </a:ext>
            </a:extLst>
          </p:cNvPr>
          <p:cNvSpPr>
            <a:spLocks noGrp="1"/>
          </p:cNvSpPr>
          <p:nvPr>
            <p:ph type="sldNum" sz="quarter" idx="12"/>
          </p:nvPr>
        </p:nvSpPr>
        <p:spPr/>
        <p:txBody>
          <a:bodyPr/>
          <a:lstStyle/>
          <a:p>
            <a:fld id="{E294C9D9-2DEA-415A-A3DF-2372EDC3FB1F}" type="slidenum">
              <a:rPr lang="ru-RU" smtClean="0"/>
              <a:t>15</a:t>
            </a:fld>
            <a:endParaRPr lang="ru-RU"/>
          </a:p>
        </p:txBody>
      </p:sp>
      <p:pic>
        <p:nvPicPr>
          <p:cNvPr id="10" name="Рисунок 9">
            <a:extLst>
              <a:ext uri="{FF2B5EF4-FFF2-40B4-BE49-F238E27FC236}">
                <a16:creationId xmlns:a16="http://schemas.microsoft.com/office/drawing/2014/main" id="{13E7C820-E6FF-A028-1A6A-C6012455CC74}"/>
              </a:ext>
            </a:extLst>
          </p:cNvPr>
          <p:cNvPicPr>
            <a:picLocks noChangeAspect="1"/>
          </p:cNvPicPr>
          <p:nvPr/>
        </p:nvPicPr>
        <p:blipFill>
          <a:blip r:embed="rId2"/>
          <a:stretch>
            <a:fillRect/>
          </a:stretch>
        </p:blipFill>
        <p:spPr>
          <a:xfrm>
            <a:off x="138486" y="1112189"/>
            <a:ext cx="11915028" cy="4633622"/>
          </a:xfrm>
          <a:prstGeom prst="rect">
            <a:avLst/>
          </a:prstGeom>
        </p:spPr>
      </p:pic>
    </p:spTree>
    <p:extLst>
      <p:ext uri="{BB962C8B-B14F-4D97-AF65-F5344CB8AC3E}">
        <p14:creationId xmlns:p14="http://schemas.microsoft.com/office/powerpoint/2010/main" val="40467742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CA2C8-70D9-4825-D487-BCDAB376227E}"/>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699369BC-5552-3FA0-8D78-2D66681478AC}"/>
              </a:ext>
            </a:extLst>
          </p:cNvPr>
          <p:cNvSpPr>
            <a:spLocks noGrp="1"/>
          </p:cNvSpPr>
          <p:nvPr>
            <p:ph type="title"/>
          </p:nvPr>
        </p:nvSpPr>
        <p:spPr/>
        <p:txBody>
          <a:bodyPr>
            <a:noAutofit/>
          </a:bodyPr>
          <a:lstStyle/>
          <a:p>
            <a:r>
              <a:rPr lang="ru-RU" sz="3200" dirty="0"/>
              <a:t>Задание 5. Построить горизонтальные и вертикальные проекции бинарного изображения и найти границы объектов</a:t>
            </a:r>
          </a:p>
        </p:txBody>
      </p:sp>
      <p:sp>
        <p:nvSpPr>
          <p:cNvPr id="11" name="Номер слайда 10">
            <a:extLst>
              <a:ext uri="{FF2B5EF4-FFF2-40B4-BE49-F238E27FC236}">
                <a16:creationId xmlns:a16="http://schemas.microsoft.com/office/drawing/2014/main" id="{B8D3056E-0A96-D615-3F9E-81922536ED34}"/>
              </a:ext>
            </a:extLst>
          </p:cNvPr>
          <p:cNvSpPr>
            <a:spLocks noGrp="1"/>
          </p:cNvSpPr>
          <p:nvPr>
            <p:ph type="sldNum" sz="quarter" idx="12"/>
          </p:nvPr>
        </p:nvSpPr>
        <p:spPr/>
        <p:txBody>
          <a:bodyPr/>
          <a:lstStyle/>
          <a:p>
            <a:fld id="{E294C9D9-2DEA-415A-A3DF-2372EDC3FB1F}" type="slidenum">
              <a:rPr lang="ru-RU" smtClean="0"/>
              <a:t>16</a:t>
            </a:fld>
            <a:endParaRPr lang="ru-RU"/>
          </a:p>
        </p:txBody>
      </p:sp>
      <p:pic>
        <p:nvPicPr>
          <p:cNvPr id="5" name="Рисунок 4">
            <a:extLst>
              <a:ext uri="{FF2B5EF4-FFF2-40B4-BE49-F238E27FC236}">
                <a16:creationId xmlns:a16="http://schemas.microsoft.com/office/drawing/2014/main" id="{FA7AEDE0-F89C-028C-D388-B4BA58013B64}"/>
              </a:ext>
            </a:extLst>
          </p:cNvPr>
          <p:cNvPicPr>
            <a:picLocks noChangeAspect="1"/>
          </p:cNvPicPr>
          <p:nvPr/>
        </p:nvPicPr>
        <p:blipFill>
          <a:blip r:embed="rId2"/>
          <a:stretch>
            <a:fillRect/>
          </a:stretch>
        </p:blipFill>
        <p:spPr>
          <a:xfrm>
            <a:off x="104775" y="1095375"/>
            <a:ext cx="11982450" cy="4667250"/>
          </a:xfrm>
          <a:prstGeom prst="rect">
            <a:avLst/>
          </a:prstGeom>
        </p:spPr>
      </p:pic>
    </p:spTree>
    <p:extLst>
      <p:ext uri="{BB962C8B-B14F-4D97-AF65-F5344CB8AC3E}">
        <p14:creationId xmlns:p14="http://schemas.microsoft.com/office/powerpoint/2010/main" val="925982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A15F3-6435-8E6E-C9BE-42C54A2EC10F}"/>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BBD7CBEC-24AB-DC86-BB14-1FFE21E1633D}"/>
              </a:ext>
            </a:extLst>
          </p:cNvPr>
          <p:cNvSpPr>
            <a:spLocks noGrp="1"/>
          </p:cNvSpPr>
          <p:nvPr>
            <p:ph type="title"/>
          </p:nvPr>
        </p:nvSpPr>
        <p:spPr/>
        <p:txBody>
          <a:bodyPr>
            <a:noAutofit/>
          </a:bodyPr>
          <a:lstStyle/>
          <a:p>
            <a:r>
              <a:rPr lang="ru-RU" sz="3200" dirty="0"/>
              <a:t>Задание 5. Построить горизонтальные и вертикальные проекции бинарного изображения и найти границы объектов</a:t>
            </a:r>
          </a:p>
        </p:txBody>
      </p:sp>
      <p:pic>
        <p:nvPicPr>
          <p:cNvPr id="8" name="Рисунок 7">
            <a:extLst>
              <a:ext uri="{FF2B5EF4-FFF2-40B4-BE49-F238E27FC236}">
                <a16:creationId xmlns:a16="http://schemas.microsoft.com/office/drawing/2014/main" id="{0BD0A499-CA48-8B0D-0F08-428D4BAC9C91}"/>
              </a:ext>
            </a:extLst>
          </p:cNvPr>
          <p:cNvPicPr>
            <a:picLocks noChangeAspect="1"/>
          </p:cNvPicPr>
          <p:nvPr/>
        </p:nvPicPr>
        <p:blipFill>
          <a:blip r:embed="rId2"/>
          <a:stretch>
            <a:fillRect/>
          </a:stretch>
        </p:blipFill>
        <p:spPr>
          <a:xfrm>
            <a:off x="225216" y="1188720"/>
            <a:ext cx="3946690" cy="4161078"/>
          </a:xfrm>
          <a:prstGeom prst="rect">
            <a:avLst/>
          </a:prstGeom>
        </p:spPr>
      </p:pic>
      <p:sp>
        <p:nvSpPr>
          <p:cNvPr id="10" name="Номер слайда 9">
            <a:extLst>
              <a:ext uri="{FF2B5EF4-FFF2-40B4-BE49-F238E27FC236}">
                <a16:creationId xmlns:a16="http://schemas.microsoft.com/office/drawing/2014/main" id="{C16789F2-0CD1-1624-6A20-41228EB26388}"/>
              </a:ext>
            </a:extLst>
          </p:cNvPr>
          <p:cNvSpPr>
            <a:spLocks noGrp="1"/>
          </p:cNvSpPr>
          <p:nvPr>
            <p:ph type="sldNum" sz="quarter" idx="12"/>
          </p:nvPr>
        </p:nvSpPr>
        <p:spPr/>
        <p:txBody>
          <a:bodyPr/>
          <a:lstStyle/>
          <a:p>
            <a:fld id="{E294C9D9-2DEA-415A-A3DF-2372EDC3FB1F}" type="slidenum">
              <a:rPr lang="ru-RU" smtClean="0"/>
              <a:t>17</a:t>
            </a:fld>
            <a:endParaRPr lang="ru-RU"/>
          </a:p>
        </p:txBody>
      </p:sp>
      <p:pic>
        <p:nvPicPr>
          <p:cNvPr id="12" name="Рисунок 11">
            <a:extLst>
              <a:ext uri="{FF2B5EF4-FFF2-40B4-BE49-F238E27FC236}">
                <a16:creationId xmlns:a16="http://schemas.microsoft.com/office/drawing/2014/main" id="{31DA5A4E-A42D-3C45-3C9F-5FBD239DBF20}"/>
              </a:ext>
            </a:extLst>
          </p:cNvPr>
          <p:cNvPicPr>
            <a:picLocks noChangeAspect="1"/>
          </p:cNvPicPr>
          <p:nvPr/>
        </p:nvPicPr>
        <p:blipFill>
          <a:blip r:embed="rId3"/>
          <a:stretch>
            <a:fillRect/>
          </a:stretch>
        </p:blipFill>
        <p:spPr>
          <a:xfrm>
            <a:off x="4717247" y="1503045"/>
            <a:ext cx="7249537" cy="2276793"/>
          </a:xfrm>
          <a:prstGeom prst="rect">
            <a:avLst/>
          </a:prstGeom>
        </p:spPr>
      </p:pic>
    </p:spTree>
    <p:extLst>
      <p:ext uri="{BB962C8B-B14F-4D97-AF65-F5344CB8AC3E}">
        <p14:creationId xmlns:p14="http://schemas.microsoft.com/office/powerpoint/2010/main" val="4420057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31DAA3-E70A-C05E-1DF7-AF5E19779B6E}"/>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400907-7E0E-C9FF-D86F-83988E004AA1}"/>
              </a:ext>
            </a:extLst>
          </p:cNvPr>
          <p:cNvSpPr>
            <a:spLocks noGrp="1"/>
          </p:cNvSpPr>
          <p:nvPr>
            <p:ph type="title"/>
          </p:nvPr>
        </p:nvSpPr>
        <p:spPr/>
        <p:txBody>
          <a:bodyPr/>
          <a:lstStyle/>
          <a:p>
            <a:r>
              <a:rPr lang="ru-RU" dirty="0"/>
              <a:t>Ответы на контрольные вопросы</a:t>
            </a:r>
          </a:p>
        </p:txBody>
      </p:sp>
      <p:sp>
        <p:nvSpPr>
          <p:cNvPr id="3" name="Объект 2">
            <a:extLst>
              <a:ext uri="{FF2B5EF4-FFF2-40B4-BE49-F238E27FC236}">
                <a16:creationId xmlns:a16="http://schemas.microsoft.com/office/drawing/2014/main" id="{E266AF93-3591-7843-3E75-F6A76964A1C8}"/>
              </a:ext>
            </a:extLst>
          </p:cNvPr>
          <p:cNvSpPr>
            <a:spLocks noGrp="1"/>
          </p:cNvSpPr>
          <p:nvPr>
            <p:ph idx="1"/>
          </p:nvPr>
        </p:nvSpPr>
        <p:spPr/>
        <p:txBody>
          <a:bodyPr>
            <a:normAutofit/>
          </a:bodyPr>
          <a:lstStyle/>
          <a:p>
            <a:pPr marL="0" indent="0">
              <a:buNone/>
            </a:pPr>
            <a:r>
              <a:rPr lang="ru-RU" dirty="0"/>
              <a:t>1. </a:t>
            </a:r>
            <a:r>
              <a:rPr lang="ru-RU" b="1" dirty="0"/>
              <a:t>Что такое гистограмма изображения и для чего она используется?</a:t>
            </a:r>
            <a:r>
              <a:rPr lang="ru-RU" dirty="0"/>
              <a:t> Гистограмма изображения — это график, показывающий распределение интенсивностей (яркости) пикселей. По оси X откладываются уровни яркости (от 0 до 255), а по оси Y — количество пикселей, имеющих данную яркость. Используется для оценки яркости, контраста, экспозиции изображения и выбора оптимального порога бинаризации.</a:t>
            </a:r>
          </a:p>
          <a:p>
            <a:pPr marL="0" indent="0">
              <a:buNone/>
            </a:pPr>
            <a:r>
              <a:rPr lang="ru-RU" dirty="0"/>
              <a:t>2. </a:t>
            </a:r>
            <a:r>
              <a:rPr lang="ru-RU" b="1" dirty="0"/>
              <a:t>Чем отличается гистограмма цветного изображения от серого?</a:t>
            </a:r>
            <a:r>
              <a:rPr lang="ru-RU" dirty="0"/>
              <a:t> Для изображения в градациях серого строится одна гистограмма, которая показывает общее распределение яркости всех пикселей. Для цветного изображения строятся три отдельные гистограммы для каждого цветового канала, показывающие распределение интенсивности конкретного цвета.</a:t>
            </a:r>
          </a:p>
          <a:p>
            <a:pPr marL="0" indent="0">
              <a:buNone/>
            </a:pPr>
            <a:r>
              <a:rPr lang="ru-RU" dirty="0"/>
              <a:t>3. </a:t>
            </a:r>
            <a:r>
              <a:rPr lang="ru-RU" b="1" dirty="0"/>
              <a:t>Что такое профиль изображения?</a:t>
            </a:r>
            <a:r>
              <a:rPr lang="ru-RU" dirty="0"/>
              <a:t> Профиль изображения — это одномерный массив (график), который показывает изменение средней интенсивности пикселей вдоль определенной оси (по строкам или по столбцам). Он позволяет выявлять наличие горизонтальных или вертикальных структур (например, полос или линий) на изображении.</a:t>
            </a:r>
          </a:p>
          <a:p>
            <a:pPr marL="0" indent="0">
              <a:buNone/>
            </a:pPr>
            <a:r>
              <a:rPr lang="ru-RU" dirty="0"/>
              <a:t>4. </a:t>
            </a:r>
            <a:r>
              <a:rPr lang="ru-RU" b="1" dirty="0"/>
              <a:t>Как вычисляется горизонтальный и вертикальный профиль?</a:t>
            </a:r>
            <a:r>
              <a:rPr lang="ru-RU" dirty="0"/>
              <a:t> Горизонтальный профиль: вычисляется как среднее арифметическое значение яркости пикселей в каждой строке изображения. Вертикальный профиль: вычисляется как среднее арифметическое значение яркости пикселей в каждом столбце изображения.</a:t>
            </a:r>
          </a:p>
          <a:p>
            <a:pPr marL="0" indent="0">
              <a:buNone/>
            </a:pPr>
            <a:r>
              <a:rPr lang="ru-RU" dirty="0"/>
              <a:t>5. </a:t>
            </a:r>
            <a:r>
              <a:rPr lang="ru-RU" b="1" dirty="0"/>
              <a:t>Что такое проекция изображения?</a:t>
            </a:r>
            <a:r>
              <a:rPr lang="ru-RU" dirty="0"/>
              <a:t> Проекция изображения — это одномерный массив, полученный путем суммирования интенсивностей пикселей вдоль определенной оси (по строкам или по столбцам).</a:t>
            </a:r>
          </a:p>
        </p:txBody>
      </p:sp>
      <p:sp>
        <p:nvSpPr>
          <p:cNvPr id="5" name="Номер слайда 4">
            <a:extLst>
              <a:ext uri="{FF2B5EF4-FFF2-40B4-BE49-F238E27FC236}">
                <a16:creationId xmlns:a16="http://schemas.microsoft.com/office/drawing/2014/main" id="{32B74798-8C9F-43D1-724F-A2E6F107B2F2}"/>
              </a:ext>
            </a:extLst>
          </p:cNvPr>
          <p:cNvSpPr>
            <a:spLocks noGrp="1"/>
          </p:cNvSpPr>
          <p:nvPr>
            <p:ph type="sldNum" sz="quarter" idx="12"/>
          </p:nvPr>
        </p:nvSpPr>
        <p:spPr/>
        <p:txBody>
          <a:bodyPr/>
          <a:lstStyle/>
          <a:p>
            <a:fld id="{E294C9D9-2DEA-415A-A3DF-2372EDC3FB1F}" type="slidenum">
              <a:rPr lang="ru-RU" smtClean="0"/>
              <a:t>18</a:t>
            </a:fld>
            <a:endParaRPr lang="ru-RU"/>
          </a:p>
        </p:txBody>
      </p:sp>
    </p:spTree>
    <p:extLst>
      <p:ext uri="{BB962C8B-B14F-4D97-AF65-F5344CB8AC3E}">
        <p14:creationId xmlns:p14="http://schemas.microsoft.com/office/powerpoint/2010/main" val="1842799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93DD0-4192-B5F6-4D3F-0CFA4483CDA9}"/>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EBCEE1C4-106A-1BF7-12E6-EF2C4A4D0665}"/>
              </a:ext>
            </a:extLst>
          </p:cNvPr>
          <p:cNvSpPr>
            <a:spLocks noGrp="1"/>
          </p:cNvSpPr>
          <p:nvPr>
            <p:ph type="title"/>
          </p:nvPr>
        </p:nvSpPr>
        <p:spPr/>
        <p:txBody>
          <a:bodyPr/>
          <a:lstStyle/>
          <a:p>
            <a:r>
              <a:rPr lang="ru-RU" dirty="0"/>
              <a:t>Ответы на контрольные вопросы</a:t>
            </a:r>
          </a:p>
        </p:txBody>
      </p:sp>
      <p:sp>
        <p:nvSpPr>
          <p:cNvPr id="3" name="Объект 2">
            <a:extLst>
              <a:ext uri="{FF2B5EF4-FFF2-40B4-BE49-F238E27FC236}">
                <a16:creationId xmlns:a16="http://schemas.microsoft.com/office/drawing/2014/main" id="{61C87E30-D9A9-7B77-17A0-492992D18D1A}"/>
              </a:ext>
            </a:extLst>
          </p:cNvPr>
          <p:cNvSpPr>
            <a:spLocks noGrp="1"/>
          </p:cNvSpPr>
          <p:nvPr>
            <p:ph idx="1"/>
          </p:nvPr>
        </p:nvSpPr>
        <p:spPr/>
        <p:txBody>
          <a:bodyPr>
            <a:normAutofit/>
          </a:bodyPr>
          <a:lstStyle/>
          <a:p>
            <a:pPr marL="0" indent="0">
              <a:buNone/>
            </a:pPr>
            <a:r>
              <a:rPr lang="ru-RU" dirty="0"/>
              <a:t>6. </a:t>
            </a:r>
            <a:r>
              <a:rPr lang="ru-RU" b="1" dirty="0"/>
              <a:t>В чём разница между профилем и проекцией изображения?</a:t>
            </a:r>
            <a:r>
              <a:rPr lang="ru-RU" dirty="0"/>
              <a:t> Главная разница заключается в математической операции. Профиль использует операцию усреднения (</a:t>
            </a:r>
            <a:r>
              <a:rPr lang="ru-RU" dirty="0" err="1"/>
              <a:t>mean</a:t>
            </a:r>
            <a:r>
              <a:rPr lang="ru-RU" dirty="0"/>
              <a:t>). Он показывает среднюю яркость в строке/столбце и не зависит от размера объекта. Проекция использует операцию суммирования (</a:t>
            </a:r>
            <a:r>
              <a:rPr lang="ru-RU" dirty="0" err="1"/>
              <a:t>sum</a:t>
            </a:r>
            <a:r>
              <a:rPr lang="ru-RU" dirty="0"/>
              <a:t>). Она показывает общую сумму яркостей (или количество белых пикселей на бинарном изображении) и напрямую зависит от размера объекта в данной строке/столбце.</a:t>
            </a:r>
          </a:p>
          <a:p>
            <a:pPr marL="0" indent="0">
              <a:buNone/>
            </a:pPr>
            <a:r>
              <a:rPr lang="ru-RU" dirty="0"/>
              <a:t>7. </a:t>
            </a:r>
            <a:r>
              <a:rPr lang="ru-RU" b="1" dirty="0"/>
              <a:t>Как гистограмма помогает в улучшении контраста изображения?</a:t>
            </a:r>
            <a:r>
              <a:rPr lang="ru-RU" dirty="0"/>
              <a:t> Гистограмма показывает, какой диапазон яркостей используется. Если график узкий и сосредоточен в центре, изображение имеет низкий контраст. Метод </a:t>
            </a:r>
            <a:r>
              <a:rPr lang="ru-RU" dirty="0" err="1"/>
              <a:t>эквализации</a:t>
            </a:r>
            <a:r>
              <a:rPr lang="ru-RU" dirty="0"/>
              <a:t> (выравнивания) гистограммы перераспределяет значения пикселей так, чтобы они равномерно заполнили весь доступный диапазон от 0 до 255. Это делает темные области темнее, а светлые — светлее, визуально увеличивая контраст.</a:t>
            </a:r>
          </a:p>
          <a:p>
            <a:pPr marL="0" indent="0">
              <a:buNone/>
            </a:pPr>
            <a:r>
              <a:rPr lang="ru-RU" dirty="0"/>
              <a:t>8. </a:t>
            </a:r>
            <a:r>
              <a:rPr lang="ru-RU" b="1" dirty="0"/>
              <a:t>Как можно использовать горизонтальные и вертикальные проекции бинарного изображения?</a:t>
            </a:r>
            <a:r>
              <a:rPr lang="ru-RU" dirty="0"/>
              <a:t> На бинарном изображении (где объект = 255, фон = 0) проекции показывают количество белых пикселей в каждой строке или столбце. Это используется для: поиска точных координат границ объектов, выделения строк и столбцов текста при распознавании документов, определения наличия или отсутствия объекта в кадре.</a:t>
            </a:r>
          </a:p>
          <a:p>
            <a:pPr marL="0" indent="0">
              <a:buNone/>
            </a:pPr>
            <a:r>
              <a:rPr lang="ru-RU" dirty="0"/>
              <a:t>9. </a:t>
            </a:r>
            <a:r>
              <a:rPr lang="ru-RU" b="1" dirty="0"/>
              <a:t>Как изменится гистограмма изображения после применения фильтра сглаживания?</a:t>
            </a:r>
            <a:r>
              <a:rPr lang="ru-RU" dirty="0"/>
              <a:t> Фильтры сглаживания устраняют резкие перепады яркости и шум. На гистограмме пики могут стать ниже, шире или объединиться.</a:t>
            </a:r>
          </a:p>
          <a:p>
            <a:pPr marL="0" indent="0">
              <a:buNone/>
            </a:pPr>
            <a:r>
              <a:rPr lang="ru-RU" dirty="0"/>
              <a:t>10. </a:t>
            </a:r>
            <a:r>
              <a:rPr lang="ru-RU" b="1" dirty="0"/>
              <a:t>Что показывает пик на гистограмме изображения?</a:t>
            </a:r>
            <a:r>
              <a:rPr lang="ru-RU" dirty="0"/>
              <a:t> Пик на гистограмме показывает количество пикселей в изображении, которые имеют конкретное значение интенсивности (яркости или цвета). Чем выше пик, тем больше пикселей такого оттенка присутствует на картинке (например, высокий пик около 255 означает наличие большой светлой области или фона).</a:t>
            </a:r>
          </a:p>
        </p:txBody>
      </p:sp>
      <p:sp>
        <p:nvSpPr>
          <p:cNvPr id="5" name="Номер слайда 4">
            <a:extLst>
              <a:ext uri="{FF2B5EF4-FFF2-40B4-BE49-F238E27FC236}">
                <a16:creationId xmlns:a16="http://schemas.microsoft.com/office/drawing/2014/main" id="{32B1A828-0520-22A5-4B68-C5526ED2663F}"/>
              </a:ext>
            </a:extLst>
          </p:cNvPr>
          <p:cNvSpPr>
            <a:spLocks noGrp="1"/>
          </p:cNvSpPr>
          <p:nvPr>
            <p:ph type="sldNum" sz="quarter" idx="12"/>
          </p:nvPr>
        </p:nvSpPr>
        <p:spPr/>
        <p:txBody>
          <a:bodyPr/>
          <a:lstStyle/>
          <a:p>
            <a:fld id="{E294C9D9-2DEA-415A-A3DF-2372EDC3FB1F}" type="slidenum">
              <a:rPr lang="ru-RU" smtClean="0"/>
              <a:t>19</a:t>
            </a:fld>
            <a:endParaRPr lang="ru-RU"/>
          </a:p>
        </p:txBody>
      </p:sp>
    </p:spTree>
    <p:extLst>
      <p:ext uri="{BB962C8B-B14F-4D97-AF65-F5344CB8AC3E}">
        <p14:creationId xmlns:p14="http://schemas.microsoft.com/office/powerpoint/2010/main" val="2745163939"/>
      </p:ext>
    </p:extLst>
  </p:cSld>
  <p:clrMapOvr>
    <a:masterClrMapping/>
  </p:clrMapOvr>
</p:sld>
</file>

<file path=ppt/theme/theme1.xml><?xml version="1.0" encoding="utf-8"?>
<a:theme xmlns:a="http://schemas.openxmlformats.org/drawingml/2006/main" name="Дюна">
  <a:themeElements>
    <a:clrScheme name="Дюна">
      <a:dk1>
        <a:srgbClr val="131313"/>
      </a:dk1>
      <a:lt1>
        <a:sysClr val="window" lastClr="FFFFFF"/>
      </a:lt1>
      <a:dk2>
        <a:srgbClr val="272D2B"/>
      </a:dk2>
      <a:lt2>
        <a:srgbClr val="F0EDE6"/>
      </a:lt2>
      <a:accent1>
        <a:srgbClr val="647E6B"/>
      </a:accent1>
      <a:accent2>
        <a:srgbClr val="476262"/>
      </a:accent2>
      <a:accent3>
        <a:srgbClr val="9B8C69"/>
      </a:accent3>
      <a:accent4>
        <a:srgbClr val="BA988C"/>
      </a:accent4>
      <a:accent5>
        <a:srgbClr val="A27C7C"/>
      </a:accent5>
      <a:accent6>
        <a:srgbClr val="79958B"/>
      </a:accent6>
      <a:hlink>
        <a:srgbClr val="476262"/>
      </a:hlink>
      <a:folHlink>
        <a:srgbClr val="A27C7C"/>
      </a:folHlink>
    </a:clrScheme>
    <a:fontScheme name="Neue Haas">
      <a:majorFont>
        <a:latin typeface="Neue Haas Grotesk Text Pro"/>
        <a:ea typeface=""/>
        <a:cs typeface=""/>
      </a:majorFont>
      <a:minorFont>
        <a:latin typeface="Neue Haas Grotesk Text Pro"/>
        <a:ea typeface=""/>
        <a:cs typeface=""/>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une" id="{7A434096-21D7-44B8-8536-5670F4990977}" vid="{9E2B180D-3A1B-4983-B64A-9C133C18DC91}"/>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Dune</Template>
  <TotalTime>154</TotalTime>
  <Words>960</Words>
  <Application>Microsoft Office PowerPoint</Application>
  <PresentationFormat>Широкоэкранный</PresentationFormat>
  <Paragraphs>66</Paragraphs>
  <Slides>19</Slides>
  <Notes>1</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19</vt:i4>
      </vt:variant>
    </vt:vector>
  </HeadingPairs>
  <TitlesOfParts>
    <vt:vector size="23" baseType="lpstr">
      <vt:lpstr>Arial</vt:lpstr>
      <vt:lpstr>Calibri</vt:lpstr>
      <vt:lpstr>Neue Haas Grotesk Text Pro</vt:lpstr>
      <vt:lpstr>Дюна</vt:lpstr>
      <vt:lpstr>Практическая работа № 2. Гистограммы, профили и проекции</vt:lpstr>
      <vt:lpstr>Задания 6 варианта</vt:lpstr>
      <vt:lpstr>Теоретические сведения</vt:lpstr>
      <vt:lpstr>Задание 1. Построить гистограмму серого изображения и вычислить дисперсию яркости.</vt:lpstr>
      <vt:lpstr>Задание 1. Построить гистограмму серого изображения и вычислить дисперсию яркости.</vt:lpstr>
      <vt:lpstr>Задание 2. Построить гистограммы R, G, B и определить наиболее насыщенный канал.</vt:lpstr>
      <vt:lpstr>Задание 2. Построить гистограммы R, G, B и определить наиболее насыщенный канал.</vt:lpstr>
      <vt:lpstr>Задание 2. Построить гистограммы R, G, B и определить наиболее насыщенный канал.</vt:lpstr>
      <vt:lpstr>Задание 2. Построить гистограммы R, G, B и определить наиболее насыщенный канал.</vt:lpstr>
      <vt:lpstr>Задание 3. Построить горизонтальный профиль изображения и определить линию с минимальной яркостью.</vt:lpstr>
      <vt:lpstr>Задание 3. Построить горизонтальный профиль изображения и определить линию с минимальной яркостью.</vt:lpstr>
      <vt:lpstr>Задание 4. Построить вертикальную проекцию изображения и определить линию с максимальной яркостью</vt:lpstr>
      <vt:lpstr>Задание 4. Построить вертикальную проекцию изображения и определить линию с максимальной яркостью</vt:lpstr>
      <vt:lpstr>Задание 5. Построить горизонтальные и вертикальные проекции бинарного изображения и найти границы объектов</vt:lpstr>
      <vt:lpstr>Задание 5. Построить горизонтальные и вертикальные проекции бинарного изображения и найти границы объектов</vt:lpstr>
      <vt:lpstr>Задание 5. Построить горизонтальные и вертикальные проекции бинарного изображения и найти границы объектов</vt:lpstr>
      <vt:lpstr>Задание 5. Построить горизонтальные и вертикальные проекции бинарного изображения и найти границы объектов</vt:lpstr>
      <vt:lpstr>Ответы на контрольные вопросы</vt:lpstr>
      <vt:lpstr>Ответы на контрольные вопросы</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Ирина</dc:creator>
  <cp:lastModifiedBy>Ирина</cp:lastModifiedBy>
  <cp:revision>8</cp:revision>
  <dcterms:created xsi:type="dcterms:W3CDTF">2026-09-30T14:48:02Z</dcterms:created>
  <dcterms:modified xsi:type="dcterms:W3CDTF">2026-10-15T08:03:34Z</dcterms:modified>
</cp:coreProperties>
</file>